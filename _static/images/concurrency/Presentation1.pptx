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16"/>
    <p:restoredTop sz="94647"/>
  </p:normalViewPr>
  <p:slideViewPr>
    <p:cSldViewPr snapToGrid="0">
      <p:cViewPr varScale="1">
        <p:scale>
          <a:sx n="135" d="100"/>
          <a:sy n="135" d="100"/>
        </p:scale>
        <p:origin x="192" y="6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E03E7-2280-D20A-2521-15B2680BA7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AD32D-CE69-5DF0-4E5A-9B8F36613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7A77C-4F46-8713-DFC3-C1DF75F7C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9F390-3DF1-DE93-7947-F78E46E1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CBB5A-9C7D-7501-D701-CBEB0059B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372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FE70B-FA71-654C-D425-220B64AC0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F4910-D730-E682-90CE-B5AC883F7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2B1890-2DC1-397A-7B6A-ED61406EE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FD766-02AD-5C21-7EA7-EC3F16D1B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B5C4-3AE8-EFAF-6BF6-611B404C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682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A307-C106-CCBC-4262-737C5AADE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5C17FE-FDBF-F229-2FB6-579C5666E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97CCC-BC65-DEBA-FF49-07D0317CA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07F2E-7266-6A15-A052-4B81BDC2C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32183-A31E-3F60-DAFB-318A73D3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03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6F176-67A8-DA85-2CAB-DCA74AF4B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BADEB-394C-81CB-6973-2A370509A0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7C838F-71D8-293D-7A16-6D79D031B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0B520-551A-073F-C039-76C3B724D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EF20A-9878-376C-AE2C-02F7F59B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556D2-0712-92C3-5E07-F909883A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66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77AE8-519A-F905-558E-FFF2D1C59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92C56-204F-0D47-CD11-B74734DF4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5CC94C-EEDA-F083-FCB0-3C1B3E0C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48087F-568D-4583-FE88-CB76AEC0E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49161D-BB05-428E-7F7F-ACFC3C7509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3413B0-1833-50BD-2EEC-4FDA9AFF5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9BDEE6-508D-2F95-2F90-142916945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48834-0F3B-A190-1DB1-954648FBE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239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54E3-C7CD-43A2-3440-FBF4A972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DC7EDE-8211-87A7-8622-758AF1CD0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3E2AE-5754-7564-1A45-1192B9F53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7C435-8B67-6943-F026-C8A03564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91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761C81-F225-0DCC-5E0A-BD0834003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67B7B2-4CD2-B996-633A-2DFCAD294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42EBB-37F9-CB05-9DF7-5D261D602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73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10E3E-A36B-155E-7F94-00CABC36D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8F72-D5DD-0F3F-CCE0-9984E1CC6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5F047-5095-CA54-193C-FA34577E7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355A3E-9918-EE82-11A6-D52FADCDF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2A2B8-3C5A-9DFD-6F51-7F9E61088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EB5516-EAB0-5F00-3ACA-CF2FB9285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80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BAED4-B229-ABD2-4067-666BE1C2E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EE5E3A-5671-C215-6E2B-4973A68FA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14824E-41D7-B238-7733-1EC80B69E3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08A330-95E8-64C4-FD37-467128525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8381B-E35A-5ED3-B4E6-CD82985D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2BFBCB-E43D-14FB-F891-34B9086B7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24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EED58-EB98-7FAC-E262-7B06092D7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616BA1-86D6-B084-6C1D-89357C8633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D110F-A3F5-BE53-2D06-2B82CAB37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2ED5C-7300-200C-BBF0-0920F2009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D6CE3-A5C6-354A-0902-5EF8D6A28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941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BF2EB-2017-8618-98F6-D651F1472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BB8D-5E9C-380E-45FC-AAC0647ED0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54A3B-1E31-47D9-4F0B-F10F0E538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382AA-20BA-F802-D2C1-0F6E8D763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892B9-2BB2-97E4-4FD9-80C1BD55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3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B06AC8-3ED7-600E-8FBE-71DA75F07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78046-7D0F-1E3E-D0AF-5CD3A02A1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D4F6C-09D9-B29A-9E79-F3F2C096B1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F1ADB-4351-2B97-97F5-F05182D7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4248A-D106-FD5C-64E2-8F50EC732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12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B106-2E74-7C70-7C4B-08BE8585C7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5F3091-F532-51B7-280B-95B4AF22EA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152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00ED5D-D6EE-CAFB-BBD5-59E833CA1700}"/>
              </a:ext>
            </a:extLst>
          </p:cNvPr>
          <p:cNvCxnSpPr>
            <a:cxnSpLocks/>
          </p:cNvCxnSpPr>
          <p:nvPr/>
        </p:nvCxnSpPr>
        <p:spPr>
          <a:xfrm>
            <a:off x="2634585" y="1313124"/>
            <a:ext cx="46854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6A4B5EC-15F4-1C7E-8E8C-61FA1F66D9D4}"/>
              </a:ext>
            </a:extLst>
          </p:cNvPr>
          <p:cNvSpPr txBox="1"/>
          <p:nvPr/>
        </p:nvSpPr>
        <p:spPr>
          <a:xfrm>
            <a:off x="1941566" y="943792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E752F-9E25-8AFD-1D36-CDC8DDDDCC14}"/>
              </a:ext>
            </a:extLst>
          </p:cNvPr>
          <p:cNvSpPr txBox="1"/>
          <p:nvPr/>
        </p:nvSpPr>
        <p:spPr>
          <a:xfrm>
            <a:off x="1941564" y="1620768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F2CA4-5BBA-A177-2B13-A378F24B0B45}"/>
              </a:ext>
            </a:extLst>
          </p:cNvPr>
          <p:cNvSpPr txBox="1"/>
          <p:nvPr/>
        </p:nvSpPr>
        <p:spPr>
          <a:xfrm>
            <a:off x="1941566" y="2479021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73A3DE-C7DE-5CA6-A95C-E542E7B93699}"/>
              </a:ext>
            </a:extLst>
          </p:cNvPr>
          <p:cNvSpPr txBox="1"/>
          <p:nvPr/>
        </p:nvSpPr>
        <p:spPr>
          <a:xfrm>
            <a:off x="1936752" y="3035682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A9825-D323-55AA-CB5D-BA23FF38EAF4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Concurrent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7E116E-CF10-214F-83BA-EE679A9B24E2}"/>
              </a:ext>
            </a:extLst>
          </p:cNvPr>
          <p:cNvSpPr txBox="1"/>
          <p:nvPr/>
        </p:nvSpPr>
        <p:spPr>
          <a:xfrm>
            <a:off x="399451" y="2759757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Parallel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AA7A95B-4F90-3BAB-ECC9-7161C98AF5DE}"/>
              </a:ext>
            </a:extLst>
          </p:cNvPr>
          <p:cNvSpPr/>
          <p:nvPr/>
        </p:nvSpPr>
        <p:spPr>
          <a:xfrm>
            <a:off x="2942592" y="1657407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0413BAF-D1A9-C069-7B83-64FD680AE4D0}"/>
              </a:ext>
            </a:extLst>
          </p:cNvPr>
          <p:cNvSpPr/>
          <p:nvPr/>
        </p:nvSpPr>
        <p:spPr>
          <a:xfrm>
            <a:off x="3714197" y="1657407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8048837-72AF-257F-F2BA-6AC1D4D3ABE0}"/>
              </a:ext>
            </a:extLst>
          </p:cNvPr>
          <p:cNvSpPr/>
          <p:nvPr/>
        </p:nvSpPr>
        <p:spPr>
          <a:xfrm>
            <a:off x="5144841" y="1657305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01FE1A9-DDBB-142C-8046-A4E200F733B3}"/>
              </a:ext>
            </a:extLst>
          </p:cNvPr>
          <p:cNvSpPr/>
          <p:nvPr/>
        </p:nvSpPr>
        <p:spPr>
          <a:xfrm>
            <a:off x="4377793" y="1660953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866AB2D-F3B5-E47F-FE5E-7789F95B9AB0}"/>
              </a:ext>
            </a:extLst>
          </p:cNvPr>
          <p:cNvSpPr/>
          <p:nvPr/>
        </p:nvSpPr>
        <p:spPr>
          <a:xfrm>
            <a:off x="5808437" y="1657305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D24A8EB-B257-E892-0FBB-0600A225B110}"/>
              </a:ext>
            </a:extLst>
          </p:cNvPr>
          <p:cNvSpPr/>
          <p:nvPr/>
        </p:nvSpPr>
        <p:spPr>
          <a:xfrm>
            <a:off x="6575485" y="1657900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DEC7037-12FB-18CB-0B20-1CDF3B66180B}"/>
              </a:ext>
            </a:extLst>
          </p:cNvPr>
          <p:cNvSpPr/>
          <p:nvPr/>
        </p:nvSpPr>
        <p:spPr>
          <a:xfrm>
            <a:off x="2942592" y="2515660"/>
            <a:ext cx="4128950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6748C7D-ED56-13E7-A41F-BC04D2D36565}"/>
              </a:ext>
            </a:extLst>
          </p:cNvPr>
          <p:cNvSpPr/>
          <p:nvPr/>
        </p:nvSpPr>
        <p:spPr>
          <a:xfrm>
            <a:off x="2932964" y="3072321"/>
            <a:ext cx="413857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049CFAE-5BE6-5CD4-23DF-333DC23372DD}"/>
              </a:ext>
            </a:extLst>
          </p:cNvPr>
          <p:cNvSpPr/>
          <p:nvPr/>
        </p:nvSpPr>
        <p:spPr>
          <a:xfrm>
            <a:off x="2942595" y="3625436"/>
            <a:ext cx="29149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17A0015-94C3-3902-0888-CAFD3A28AC29}"/>
              </a:ext>
            </a:extLst>
          </p:cNvPr>
          <p:cNvSpPr/>
          <p:nvPr/>
        </p:nvSpPr>
        <p:spPr>
          <a:xfrm>
            <a:off x="4677549" y="3625436"/>
            <a:ext cx="291496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08368F-2A21-B32E-E4DB-BC376AAF94BB}"/>
              </a:ext>
            </a:extLst>
          </p:cNvPr>
          <p:cNvSpPr txBox="1"/>
          <p:nvPr/>
        </p:nvSpPr>
        <p:spPr>
          <a:xfrm>
            <a:off x="3316378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5ED7C8-C9ED-91F9-1247-91C93EB537E5}"/>
              </a:ext>
            </a:extLst>
          </p:cNvPr>
          <p:cNvSpPr txBox="1"/>
          <p:nvPr/>
        </p:nvSpPr>
        <p:spPr>
          <a:xfrm>
            <a:off x="5047321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117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19372-A467-A46D-9336-9A785F5F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A43334-7727-123F-96ED-31643A3572B9}"/>
              </a:ext>
            </a:extLst>
          </p:cNvPr>
          <p:cNvCxnSpPr>
            <a:cxnSpLocks/>
          </p:cNvCxnSpPr>
          <p:nvPr/>
        </p:nvCxnSpPr>
        <p:spPr>
          <a:xfrm>
            <a:off x="2018568" y="1313125"/>
            <a:ext cx="41849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0E78E3-2EF0-86B0-8A6A-84D0AF1FFC9A}"/>
              </a:ext>
            </a:extLst>
          </p:cNvPr>
          <p:cNvSpPr txBox="1"/>
          <p:nvPr/>
        </p:nvSpPr>
        <p:spPr>
          <a:xfrm>
            <a:off x="1325549" y="943793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0AD4C1-ACD0-EC9A-7287-D74011EC8219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A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954245-0C01-1577-CEEB-2FB20AA74DB6}"/>
              </a:ext>
            </a:extLst>
          </p:cNvPr>
          <p:cNvSpPr txBox="1"/>
          <p:nvPr/>
        </p:nvSpPr>
        <p:spPr>
          <a:xfrm>
            <a:off x="399451" y="2297743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B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81888A6-148F-001C-0819-C07248147150}"/>
              </a:ext>
            </a:extLst>
          </p:cNvPr>
          <p:cNvSpPr/>
          <p:nvPr/>
        </p:nvSpPr>
        <p:spPr>
          <a:xfrm>
            <a:off x="2079058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6B6865-FCD1-A9A2-1009-4C2608863A40}"/>
              </a:ext>
            </a:extLst>
          </p:cNvPr>
          <p:cNvSpPr txBox="1"/>
          <p:nvPr/>
        </p:nvSpPr>
        <p:spPr>
          <a:xfrm>
            <a:off x="399448" y="3027659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Counter</a:t>
            </a:r>
            <a:endParaRPr lang="en-US" b="1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8BFEA42-F555-F425-C28A-997AA71A3C90}"/>
              </a:ext>
            </a:extLst>
          </p:cNvPr>
          <p:cNvSpPr/>
          <p:nvPr/>
        </p:nvSpPr>
        <p:spPr>
          <a:xfrm>
            <a:off x="4360385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8C65453-DCC3-015B-55F0-6E417CE3C4F9}"/>
              </a:ext>
            </a:extLst>
          </p:cNvPr>
          <p:cNvSpPr/>
          <p:nvPr/>
        </p:nvSpPr>
        <p:spPr>
          <a:xfrm>
            <a:off x="2079058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A9ED2B-270F-F173-5A14-28D6867C88C9}"/>
              </a:ext>
            </a:extLst>
          </p:cNvPr>
          <p:cNvCxnSpPr>
            <a:stCxn id="16" idx="3"/>
            <a:endCxn id="3" idx="1"/>
          </p:cNvCxnSpPr>
          <p:nvPr/>
        </p:nvCxnSpPr>
        <p:spPr>
          <a:xfrm>
            <a:off x="2932964" y="1805434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C9096FB-76BE-B9E7-91A8-DD9CF5BD609E}"/>
              </a:ext>
            </a:extLst>
          </p:cNvPr>
          <p:cNvSpPr/>
          <p:nvPr/>
        </p:nvSpPr>
        <p:spPr>
          <a:xfrm>
            <a:off x="3080155" y="2334382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91748CD-A862-B85D-3E42-3D99AD6133B4}"/>
              </a:ext>
            </a:extLst>
          </p:cNvPr>
          <p:cNvSpPr/>
          <p:nvPr/>
        </p:nvSpPr>
        <p:spPr>
          <a:xfrm>
            <a:off x="5410684" y="2327496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155C93-DF9C-6F18-0015-7C292D13C25B}"/>
              </a:ext>
            </a:extLst>
          </p:cNvPr>
          <p:cNvCxnSpPr/>
          <p:nvPr/>
        </p:nvCxnSpPr>
        <p:spPr>
          <a:xfrm>
            <a:off x="3958662" y="2491127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CA7ECAE-ABF3-371B-02C5-C5DF6FC0454E}"/>
              </a:ext>
            </a:extLst>
          </p:cNvPr>
          <p:cNvSpPr/>
          <p:nvPr/>
        </p:nvSpPr>
        <p:spPr>
          <a:xfrm>
            <a:off x="4218078" y="306585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5FB17E3-D6BE-3A28-BB57-4A85C056EFC1}"/>
              </a:ext>
            </a:extLst>
          </p:cNvPr>
          <p:cNvSpPr/>
          <p:nvPr/>
        </p:nvSpPr>
        <p:spPr>
          <a:xfrm>
            <a:off x="5410684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A584F0A-381B-3735-A183-39BA077C739A}"/>
              </a:ext>
            </a:extLst>
          </p:cNvPr>
          <p:cNvSpPr/>
          <p:nvPr/>
        </p:nvSpPr>
        <p:spPr>
          <a:xfrm>
            <a:off x="3219721" y="1660871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7543A3-AA0F-AE26-9640-37CC724AA98F}"/>
              </a:ext>
            </a:extLst>
          </p:cNvPr>
          <p:cNvSpPr/>
          <p:nvPr/>
        </p:nvSpPr>
        <p:spPr>
          <a:xfrm>
            <a:off x="4245419" y="2343100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5565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46536D5-38C5-7837-3A86-F5FB1D07C056}"/>
              </a:ext>
            </a:extLst>
          </p:cNvPr>
          <p:cNvSpPr/>
          <p:nvPr/>
        </p:nvSpPr>
        <p:spPr>
          <a:xfrm>
            <a:off x="887599" y="1200207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6CAF47C-5CD2-1EF8-B677-AF0FF7B317D7}"/>
              </a:ext>
            </a:extLst>
          </p:cNvPr>
          <p:cNvSpPr/>
          <p:nvPr/>
        </p:nvSpPr>
        <p:spPr>
          <a:xfrm>
            <a:off x="3205684" y="2506474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A66015-8974-CCF5-44C5-900A0CD9ED29}"/>
              </a:ext>
            </a:extLst>
          </p:cNvPr>
          <p:cNvSpPr/>
          <p:nvPr/>
        </p:nvSpPr>
        <p:spPr>
          <a:xfrm>
            <a:off x="3205684" y="1200207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4F6337-F009-451F-9AE9-E1E6082146A3}"/>
              </a:ext>
            </a:extLst>
          </p:cNvPr>
          <p:cNvSpPr/>
          <p:nvPr/>
        </p:nvSpPr>
        <p:spPr>
          <a:xfrm>
            <a:off x="887599" y="2506474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985AD8-1DD2-B7CB-9B84-156600B6BE92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1987617" y="1348234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02A03A-B009-1A32-5B37-4031A42A5F87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1987617" y="2654501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8AC3E4C-19A0-F722-903F-DCC4C6355070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437608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B53874F-6141-68AE-BE90-1B29BE961E9C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V="1">
            <a:off x="3755693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A7118B1-EB98-CDCC-91FB-26C1F8F8404C}"/>
              </a:ext>
            </a:extLst>
          </p:cNvPr>
          <p:cNvSpPr txBox="1"/>
          <p:nvPr/>
        </p:nvSpPr>
        <p:spPr>
          <a:xfrm>
            <a:off x="2228485" y="1015541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1D3200-5877-91AF-2119-0F1DF57237BD}"/>
              </a:ext>
            </a:extLst>
          </p:cNvPr>
          <p:cNvSpPr txBox="1"/>
          <p:nvPr/>
        </p:nvSpPr>
        <p:spPr>
          <a:xfrm>
            <a:off x="2228485" y="2321808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CC3856-C2C0-96F8-3506-69D29F85F947}"/>
              </a:ext>
            </a:extLst>
          </p:cNvPr>
          <p:cNvSpPr txBox="1"/>
          <p:nvPr/>
        </p:nvSpPr>
        <p:spPr>
          <a:xfrm>
            <a:off x="682025" y="1792315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70CCEB5-D00B-79E8-6458-8A31D12D3EF1}"/>
              </a:ext>
            </a:extLst>
          </p:cNvPr>
          <p:cNvSpPr txBox="1"/>
          <p:nvPr/>
        </p:nvSpPr>
        <p:spPr>
          <a:xfrm>
            <a:off x="2907310" y="1786130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403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C533B5C-7BA4-2A34-F954-B0CD06326C3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6E5A65-926D-15A2-73C7-A492F168716C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BBCF61-F159-6908-D1DE-0613F0B1B75A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9D4E4-03F8-E449-829D-7820D6DCD871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F98E5B-F862-AA5B-1499-39CA1F295BE1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6C9084-894B-ECBD-0C4A-0827F8E1A884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F694692-9CA1-18D6-D1FA-FA030B0B171B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FBD3F4-3E9B-2628-5744-2D0FE8A11B0C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1694930-E9E0-846B-8687-1856BF6E7286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7DB3F5-9302-2C4C-8198-E80848F5838A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57B426-DF79-C65E-E057-5267CEF171A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F3BA89-DD98-4F31-412A-4026EE1CA077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9E40D6-0519-AF5C-7F3C-8602BEE7F4E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97DEDAC-A879-30D1-7031-CE182F3D69F5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39FDC4F-0D35-9BDB-47B8-1BDDBF5EE127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A714884-529E-6B6F-E1C4-BC956AD9A2C2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38194E1-A22D-6804-8CA5-ABACCCA2790F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7055969-560A-3FDB-C216-27CE2C2D5CD5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017A13A-F2D2-FDD3-7A18-958E17A2BA6A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855EA24-A94E-656C-D33E-7216CF047159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845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7440-686F-94C6-9597-7356FB545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64235D66-6DB1-A23A-E485-FBA0AF451C0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360480-7EDB-D434-BEBC-2C1DCCB42A08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87FFC8-658B-E258-7BBD-83EC93A35901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F312A5-2597-64BB-0C0B-A36FC4B3863F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F2E11A-4429-927F-50BA-F4DCA30BA3A9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5A8F3A-2731-8E20-B1BD-D1C76F86C7BE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6BC018-2474-5D82-6F48-E4F497670B4D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683CE1-CB38-9755-B6AE-06C69ABD9854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1E28EA-5CC8-2A45-1D6E-581FFD639B51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413771-FB9A-7FF4-D551-ABE2A3B993E4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0D631C-E30D-4249-E5DF-C2632E67B83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070938-2C48-BBB2-902D-2E94D51581EE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7B93F7A-F139-A093-9EA4-2A840B073100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2F2CF5B-F49C-3990-6D42-585C1D53CEC6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32AAFC7-55C9-C1B1-756D-837A96E594E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13EFD07-7B6F-3782-56AD-0D35E88BFCB5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D4FB7B8-AFBC-4E98-6276-E622B805C736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FB4957F-0844-A222-0720-01502F817DFB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C0C8F5-67A9-50E6-8E63-5A3C9499B9E1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77108E0-2F8E-6F0D-82A0-2EF824981174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800D8F-9D55-A8D7-248F-3FBE2BB876B7}"/>
              </a:ext>
            </a:extLst>
          </p:cNvPr>
          <p:cNvSpPr txBox="1"/>
          <p:nvPr/>
        </p:nvSpPr>
        <p:spPr>
          <a:xfrm>
            <a:off x="5365411" y="124063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013B7-91E3-2191-6738-D3D23FFEE6FD}"/>
              </a:ext>
            </a:extLst>
          </p:cNvPr>
          <p:cNvSpPr txBox="1"/>
          <p:nvPr/>
        </p:nvSpPr>
        <p:spPr>
          <a:xfrm>
            <a:off x="6194368" y="2222563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869E77-0D9F-A823-C5A8-49AF65B3F37D}"/>
              </a:ext>
            </a:extLst>
          </p:cNvPr>
          <p:cNvSpPr txBox="1"/>
          <p:nvPr/>
        </p:nvSpPr>
        <p:spPr>
          <a:xfrm>
            <a:off x="4692502" y="2067796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7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5A424-8E14-42B1-EAA4-4E3F547CC213}"/>
              </a:ext>
            </a:extLst>
          </p:cNvPr>
          <p:cNvSpPr txBox="1"/>
          <p:nvPr/>
        </p:nvSpPr>
        <p:spPr>
          <a:xfrm>
            <a:off x="3440015" y="208636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E4B6F-59EE-9F96-FB6A-5A96AB9E4D91}"/>
              </a:ext>
            </a:extLst>
          </p:cNvPr>
          <p:cNvSpPr txBox="1"/>
          <p:nvPr/>
        </p:nvSpPr>
        <p:spPr>
          <a:xfrm>
            <a:off x="3018117" y="102371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73ABB9-8F19-04C1-1158-2F239A4AEFE2}"/>
              </a:ext>
            </a:extLst>
          </p:cNvPr>
          <p:cNvSpPr txBox="1"/>
          <p:nvPr/>
        </p:nvSpPr>
        <p:spPr>
          <a:xfrm>
            <a:off x="4874611" y="2825547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E7B961-C386-F9EF-C44A-8E8204008B3A}"/>
              </a:ext>
            </a:extLst>
          </p:cNvPr>
          <p:cNvSpPr txBox="1"/>
          <p:nvPr/>
        </p:nvSpPr>
        <p:spPr>
          <a:xfrm>
            <a:off x="3394877" y="2950428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6E58AB-2C9F-C1B7-B119-2E8E545BC588}"/>
              </a:ext>
            </a:extLst>
          </p:cNvPr>
          <p:cNvSpPr txBox="1"/>
          <p:nvPr/>
        </p:nvSpPr>
        <p:spPr>
          <a:xfrm>
            <a:off x="2321057" y="2044402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69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2876-CE7F-D3A6-AF32-CB319295E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AA1424D-F614-90BB-D8C8-1D821C7B05F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F52F8D-1DA6-0165-B09B-425A88FEC70A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8822FC-7E54-5DE7-A378-42A0B3524772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467C63-C1D2-99B7-8B16-A76469E0035C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8571F52-FEE6-F862-88B2-5471DECB1D86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85AE5-7433-6441-8A41-CA5EC36E6958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C831626-78BF-E809-8019-4DA53EC392D8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B8A78-55C1-FE4B-A73A-9B233361D458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F483B8-3025-9B0D-6FE4-D9FBDAAA934D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037E07-B58E-EEFF-1F93-FB7FD5EEA0BF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24A0ECA-0968-D0A8-2207-E4C81EDF3DF8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F5A88C-C756-2035-0090-EFA7742128A6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EB9246-495B-594C-C1DB-D624FD37FB0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6769-E2DE-2B7D-F54F-E41FAAD950BC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C1B1612-8C90-518C-06BE-265FBC087474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79A387E-7285-94F9-31A0-0EB9C7C22BD9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332D249-FE75-F011-2AD0-25DB423E1E3B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9D10F90-B59E-8221-861B-FDC88B575F99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752AEA-B228-C6A1-72FA-AC1A02A4AF08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03C5E1F-450D-F499-04F8-F0DFE3AE6A25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31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84F6-5620-40AB-2895-806927E86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F2BBDC2-114D-17C3-509C-9395AACCC3FE}"/>
              </a:ext>
            </a:extLst>
          </p:cNvPr>
          <p:cNvSpPr/>
          <p:nvPr/>
        </p:nvSpPr>
        <p:spPr>
          <a:xfrm>
            <a:off x="5994101" y="175970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6DEAAB-9E5E-A12D-A0BB-334ADE1408B8}"/>
              </a:ext>
            </a:extLst>
          </p:cNvPr>
          <p:cNvSpPr txBox="1"/>
          <p:nvPr/>
        </p:nvSpPr>
        <p:spPr>
          <a:xfrm>
            <a:off x="5939305" y="2011512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F9B82F-CD76-E616-8AF6-55C7AD19662C}"/>
              </a:ext>
            </a:extLst>
          </p:cNvPr>
          <p:cNvSpPr/>
          <p:nvPr/>
        </p:nvSpPr>
        <p:spPr>
          <a:xfrm>
            <a:off x="7975301" y="1682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866BF0-AFCF-4DE4-80D5-458805957AB4}"/>
              </a:ext>
            </a:extLst>
          </p:cNvPr>
          <p:cNvSpPr txBox="1"/>
          <p:nvPr/>
        </p:nvSpPr>
        <p:spPr>
          <a:xfrm>
            <a:off x="7948965" y="1933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04009D-E21F-1E2D-9301-2CB34AB31A5E}"/>
              </a:ext>
            </a:extLst>
          </p:cNvPr>
          <p:cNvSpPr/>
          <p:nvPr/>
        </p:nvSpPr>
        <p:spPr>
          <a:xfrm>
            <a:off x="6451300" y="330415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FB86D7-F3C0-FD04-BCE1-818692D6FA7C}"/>
              </a:ext>
            </a:extLst>
          </p:cNvPr>
          <p:cNvSpPr txBox="1"/>
          <p:nvPr/>
        </p:nvSpPr>
        <p:spPr>
          <a:xfrm>
            <a:off x="6451301" y="356130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DBAC02-E2B0-B898-C80B-0A2D4D57CA9E}"/>
              </a:ext>
            </a:extLst>
          </p:cNvPr>
          <p:cNvSpPr/>
          <p:nvPr/>
        </p:nvSpPr>
        <p:spPr>
          <a:xfrm>
            <a:off x="9562611" y="334256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59898A-942B-0ABF-D691-EEABD03CEC57}"/>
              </a:ext>
            </a:extLst>
          </p:cNvPr>
          <p:cNvSpPr txBox="1"/>
          <p:nvPr/>
        </p:nvSpPr>
        <p:spPr>
          <a:xfrm>
            <a:off x="9562610" y="358103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09F960-2B3A-7C9D-3847-39283876E35C}"/>
              </a:ext>
            </a:extLst>
          </p:cNvPr>
          <p:cNvSpPr/>
          <p:nvPr/>
        </p:nvSpPr>
        <p:spPr>
          <a:xfrm>
            <a:off x="10629412" y="207675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6BE60E-01A1-9887-631E-41A837DE3AA8}"/>
              </a:ext>
            </a:extLst>
          </p:cNvPr>
          <p:cNvSpPr txBox="1"/>
          <p:nvPr/>
        </p:nvSpPr>
        <p:spPr>
          <a:xfrm>
            <a:off x="10629411" y="233389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3904A84-E3B7-6C2E-8978-9C95BC8AA88B}"/>
              </a:ext>
            </a:extLst>
          </p:cNvPr>
          <p:cNvSpPr/>
          <p:nvPr/>
        </p:nvSpPr>
        <p:spPr>
          <a:xfrm>
            <a:off x="8082876" y="40472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1DB234-EE72-FE3E-E5C4-DC5456517FB1}"/>
              </a:ext>
            </a:extLst>
          </p:cNvPr>
          <p:cNvSpPr txBox="1"/>
          <p:nvPr/>
        </p:nvSpPr>
        <p:spPr>
          <a:xfrm>
            <a:off x="8082877" y="430443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442B28-D973-5772-DC9A-CD3FB6C70B4E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8889701" y="2139211"/>
            <a:ext cx="1739710" cy="394742"/>
          </a:xfrm>
          <a:prstGeom prst="line">
            <a:avLst/>
          </a:prstGeom>
          <a:ln w="25400">
            <a:solidFill>
              <a:schemeClr val="accent5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A4000B1-9B74-E262-5C93-678E2DCEDB40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8755790" y="2462500"/>
            <a:ext cx="940732" cy="1013979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A9CEB28-0E54-2A58-38A6-E4EAB848494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10019811" y="2857242"/>
            <a:ext cx="743512" cy="485326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4F59DEF-28D1-4FA3-3D3B-03D81F9C8763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8863365" y="3799768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8A58372-5A35-417B-166F-B657BA352F83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6908501" y="2139211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055BD2-ADA6-5FC2-7F42-955A13F0309C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7231789" y="2462500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C548B2-E69D-C4D4-9857-A474A10050B6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6451301" y="2674105"/>
            <a:ext cx="133910" cy="763962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BE4DA1F-75A7-1905-BE08-751D2B1240A2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7231789" y="4084645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DAC85133-3A49-EC07-D7B7-0A183BAF8CCB}"/>
              </a:ext>
            </a:extLst>
          </p:cNvPr>
          <p:cNvSpPr/>
          <p:nvPr/>
        </p:nvSpPr>
        <p:spPr>
          <a:xfrm>
            <a:off x="702984" y="188783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81532D-6AA8-822B-F8E6-BC1448C2B8D2}"/>
              </a:ext>
            </a:extLst>
          </p:cNvPr>
          <p:cNvSpPr txBox="1"/>
          <p:nvPr/>
        </p:nvSpPr>
        <p:spPr>
          <a:xfrm>
            <a:off x="648188" y="2139641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10</a:t>
            </a:r>
            <a:endParaRPr lang="en-US" sz="200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F1F5BC9-0810-5060-1EF5-C203423967F0}"/>
              </a:ext>
            </a:extLst>
          </p:cNvPr>
          <p:cNvSpPr/>
          <p:nvPr/>
        </p:nvSpPr>
        <p:spPr>
          <a:xfrm>
            <a:off x="2684184" y="181014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6A56F5-A075-0CC5-E57B-E520439670F2}"/>
              </a:ext>
            </a:extLst>
          </p:cNvPr>
          <p:cNvSpPr txBox="1"/>
          <p:nvPr/>
        </p:nvSpPr>
        <p:spPr>
          <a:xfrm>
            <a:off x="2657848" y="206194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Field</a:t>
            </a:r>
            <a:endParaRPr lang="en-US" sz="2000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281E10D-EEEA-6B17-5A0C-A5721335D2BF}"/>
              </a:ext>
            </a:extLst>
          </p:cNvPr>
          <p:cNvSpPr/>
          <p:nvPr/>
        </p:nvSpPr>
        <p:spPr>
          <a:xfrm>
            <a:off x="1160183" y="34322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570228-D05B-80FA-4595-0ED9C596AE4D}"/>
              </a:ext>
            </a:extLst>
          </p:cNvPr>
          <p:cNvSpPr txBox="1"/>
          <p:nvPr/>
        </p:nvSpPr>
        <p:spPr>
          <a:xfrm>
            <a:off x="1160184" y="368943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Pool</a:t>
            </a:r>
            <a:endParaRPr lang="en-US" sz="20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50C03E2-D699-BE46-1F78-72FECE7C1148}"/>
              </a:ext>
            </a:extLst>
          </p:cNvPr>
          <p:cNvSpPr/>
          <p:nvPr/>
        </p:nvSpPr>
        <p:spPr>
          <a:xfrm>
            <a:off x="4518306" y="28007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D2DEF57-D800-73E5-D702-677A950F6574}"/>
              </a:ext>
            </a:extLst>
          </p:cNvPr>
          <p:cNvSpPr txBox="1"/>
          <p:nvPr/>
        </p:nvSpPr>
        <p:spPr>
          <a:xfrm>
            <a:off x="4518305" y="303921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Park</a:t>
            </a:r>
            <a:endParaRPr lang="en-US" sz="2000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B2222FC9-9144-D198-3566-742A831061E4}"/>
              </a:ext>
            </a:extLst>
          </p:cNvPr>
          <p:cNvSpPr/>
          <p:nvPr/>
        </p:nvSpPr>
        <p:spPr>
          <a:xfrm>
            <a:off x="3007473" y="37151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330176E-0026-F52B-6144-28CFB9C74A92}"/>
              </a:ext>
            </a:extLst>
          </p:cNvPr>
          <p:cNvSpPr txBox="1"/>
          <p:nvPr/>
        </p:nvSpPr>
        <p:spPr>
          <a:xfrm>
            <a:off x="3007474" y="397228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</a:t>
            </a:r>
            <a:endParaRPr lang="en-US" sz="2000" dirty="0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0A5C38D-CB72-415C-F289-AB78CB91F094}"/>
              </a:ext>
            </a:extLst>
          </p:cNvPr>
          <p:cNvCxnSpPr>
            <a:cxnSpLocks/>
            <a:stCxn id="57" idx="5"/>
            <a:endCxn id="61" idx="1"/>
          </p:cNvCxnSpPr>
          <p:nvPr/>
        </p:nvCxnSpPr>
        <p:spPr>
          <a:xfrm>
            <a:off x="3464673" y="2590629"/>
            <a:ext cx="1187544" cy="344026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8780A18-F6FA-814C-5C71-FA9EDB5462C8}"/>
              </a:ext>
            </a:extLst>
          </p:cNvPr>
          <p:cNvCxnSpPr>
            <a:cxnSpLocks/>
            <a:stCxn id="65" idx="7"/>
            <a:endCxn id="61" idx="2"/>
          </p:cNvCxnSpPr>
          <p:nvPr/>
        </p:nvCxnSpPr>
        <p:spPr>
          <a:xfrm flipV="1">
            <a:off x="3787962" y="3257944"/>
            <a:ext cx="730344" cy="591111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4B05371-D5C7-732D-4896-9E9069B82F90}"/>
              </a:ext>
            </a:extLst>
          </p:cNvPr>
          <p:cNvCxnSpPr>
            <a:cxnSpLocks/>
            <a:stCxn id="55" idx="6"/>
            <a:endCxn id="57" idx="2"/>
          </p:cNvCxnSpPr>
          <p:nvPr/>
        </p:nvCxnSpPr>
        <p:spPr>
          <a:xfrm flipV="1">
            <a:off x="1617384" y="2267340"/>
            <a:ext cx="1066800" cy="77694"/>
          </a:xfrm>
          <a:prstGeom prst="line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3439D96-3876-72C6-32AB-F46AD52B9322}"/>
              </a:ext>
            </a:extLst>
          </p:cNvPr>
          <p:cNvCxnSpPr>
            <a:cxnSpLocks/>
            <a:stCxn id="59" idx="7"/>
            <a:endCxn id="57" idx="3"/>
          </p:cNvCxnSpPr>
          <p:nvPr/>
        </p:nvCxnSpPr>
        <p:spPr>
          <a:xfrm flipV="1">
            <a:off x="1940672" y="2590629"/>
            <a:ext cx="877423" cy="975567"/>
          </a:xfrm>
          <a:prstGeom prst="line">
            <a:avLst/>
          </a:prstGeom>
          <a:ln w="25400">
            <a:solidFill>
              <a:schemeClr val="tx1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BC3D903-AA65-B118-E900-606223F293C0}"/>
              </a:ext>
            </a:extLst>
          </p:cNvPr>
          <p:cNvCxnSpPr>
            <a:cxnSpLocks/>
            <a:stCxn id="55" idx="4"/>
            <a:endCxn id="59" idx="1"/>
          </p:cNvCxnSpPr>
          <p:nvPr/>
        </p:nvCxnSpPr>
        <p:spPr>
          <a:xfrm>
            <a:off x="1160184" y="2802234"/>
            <a:ext cx="133910" cy="763962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CEDF45C-9F6A-6524-BDA9-083BA92D8A3B}"/>
              </a:ext>
            </a:extLst>
          </p:cNvPr>
          <p:cNvCxnSpPr>
            <a:cxnSpLocks/>
            <a:stCxn id="60" idx="3"/>
            <a:endCxn id="66" idx="1"/>
          </p:cNvCxnSpPr>
          <p:nvPr/>
        </p:nvCxnSpPr>
        <p:spPr>
          <a:xfrm>
            <a:off x="2074584" y="3889485"/>
            <a:ext cx="932890" cy="28285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29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0A4B2-6C68-AF44-B089-8E2B16A9D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011D9CBB-B9A2-5DDD-F428-69F98F76BFDF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AF24-9C3E-A40E-02A9-3F18094DB9E8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BE129B-F381-6824-A5B8-203C447B33A2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BB7B4-213D-32C5-46F5-1A6806E2AB1C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D38ACA8-4BCA-FE4D-65F7-9BACAE5B016B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25006B-B88D-8827-6042-FAE06FF5EEE4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BFC8AD-E027-C69B-C771-D7123278EAC3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583F50-30F9-5B5F-E9DB-EA99A28FEEB5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9BCE90C-4974-F72F-9D19-624EDD9D685F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77F98D-CD15-5213-716F-E80047F3BEAA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72786-E80F-A8F8-EB58-0853E3E403F7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0CCF8A-39CD-3AE7-2363-117E97DD7891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A91F37-791E-9FB0-25F9-D6189FFF83BD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0F508A4-17C9-EB21-C724-3D46A41E8980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F0B46-6E74-B089-895B-CFF89BBD3DAE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329B407-58E0-74E1-8315-4ED44ADD2142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4786C3-FDA3-B101-5AC9-4D13996D140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AC98693-D22A-46E7-0F7A-8279F9441281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736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B16AE-812B-2745-DDF6-4D506FF91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46DB325-4EE8-7654-AC2D-6B1CA58B0D5A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89A1D-BD89-800F-B914-B85B5B8E0DB3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8B6F2D-FC39-3AE2-FA15-9008BD992843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2A9A18-11AD-3B86-5B6B-10846DA2AAB0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AFC147F-CC30-C89D-97E3-05DD504965E0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563EA4-9D2E-ACB3-47A4-DB6BDBCC6DBD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52A020-DC83-9268-CC42-E24448424F96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68D55-8E90-4628-63E1-6394F03C8878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E7E0522-7635-223C-91D3-4D201FC59359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199169-77B6-DE45-2B09-99B62134679E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6798104-175A-BAB0-BE99-500AAFA831F4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43139-3970-545F-1D55-A508F8607DAB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2BD50C-CA1F-CF79-404E-C6C11873D4FC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2A447F-8EB7-157E-ED36-8BD132E4E005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1FE7F9-49E1-F749-1E17-75DCAE38ED9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2D72512-D1EB-9AFD-4964-03DB8FE7F8C6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FF93FC-54AC-8187-1ADC-B852F51607D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AA7CA2A-59CE-7E46-4FB2-81780B3668E8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605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5B4E6-BE85-2BB1-8565-76585562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2DE3FD9-FA6C-5A9E-68E1-55ED1F14C4F5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5C5824-6149-E22C-0832-220BE1D8F80D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926B4BC-3557-D223-7755-6D3D022BB440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69D37-EF7C-51D4-967E-8A6C964DFBB6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6EF811D-1F1E-67CB-7DF7-FA08CAE59717}"/>
              </a:ext>
            </a:extLst>
          </p:cNvPr>
          <p:cNvSpPr/>
          <p:nvPr/>
        </p:nvSpPr>
        <p:spPr>
          <a:xfrm>
            <a:off x="2686041" y="20148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D80052-F9B4-5272-0CA6-74920FD4DEF5}"/>
              </a:ext>
            </a:extLst>
          </p:cNvPr>
          <p:cNvSpPr txBox="1"/>
          <p:nvPr/>
        </p:nvSpPr>
        <p:spPr>
          <a:xfrm>
            <a:off x="2681552" y="227202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AF0D384-9BF5-DF42-6CD7-D8BF0DDAF171}"/>
              </a:ext>
            </a:extLst>
          </p:cNvPr>
          <p:cNvSpPr/>
          <p:nvPr/>
        </p:nvSpPr>
        <p:spPr>
          <a:xfrm>
            <a:off x="3915717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97A49D-6C4B-458B-692E-9E5E0CCFE622}"/>
              </a:ext>
            </a:extLst>
          </p:cNvPr>
          <p:cNvSpPr txBox="1"/>
          <p:nvPr/>
        </p:nvSpPr>
        <p:spPr>
          <a:xfrm>
            <a:off x="3915717" y="35489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3FD2C43-66B2-191B-3959-A3ABA8379D9E}"/>
              </a:ext>
            </a:extLst>
          </p:cNvPr>
          <p:cNvSpPr/>
          <p:nvPr/>
        </p:nvSpPr>
        <p:spPr>
          <a:xfrm>
            <a:off x="5483626" y="287725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EA32D3-38AD-27F3-1820-FC6509EC314C}"/>
              </a:ext>
            </a:extLst>
          </p:cNvPr>
          <p:cNvSpPr txBox="1"/>
          <p:nvPr/>
        </p:nvSpPr>
        <p:spPr>
          <a:xfrm>
            <a:off x="5483626" y="313439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23E0EF-8C2B-0055-9AE9-05576EC15C34}"/>
              </a:ext>
            </a:extLst>
          </p:cNvPr>
          <p:cNvSpPr/>
          <p:nvPr/>
        </p:nvSpPr>
        <p:spPr>
          <a:xfrm>
            <a:off x="4501608" y="146712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263BD0-C178-C27F-6D80-AC9A48FC8207}"/>
              </a:ext>
            </a:extLst>
          </p:cNvPr>
          <p:cNvSpPr txBox="1"/>
          <p:nvPr/>
        </p:nvSpPr>
        <p:spPr>
          <a:xfrm>
            <a:off x="4501608" y="172957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B93AC0-5F7E-BBF5-841F-04C1AD49D8E2}"/>
              </a:ext>
            </a:extLst>
          </p:cNvPr>
          <p:cNvCxnSpPr>
            <a:cxnSpLocks/>
            <a:stCxn id="7" idx="3"/>
            <a:endCxn id="16" idx="2"/>
          </p:cNvCxnSpPr>
          <p:nvPr/>
        </p:nvCxnSpPr>
        <p:spPr>
          <a:xfrm flipV="1">
            <a:off x="2813021" y="3728664"/>
            <a:ext cx="1102696" cy="3674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7928A9-27A5-E596-EF84-CB755AB251F3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1045160" cy="31282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CBA1584-76E4-C718-9B20-EA4E67CE745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5952" y="2247611"/>
            <a:ext cx="1039567" cy="22447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86A3F26-63E1-1124-1349-EB2004A51087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D4F4476-FC77-272D-EFFD-9E5F732CE4AD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6842" cy="13391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E492A6B-2C8C-3D0C-978C-E4033D5FA9C5}"/>
              </a:ext>
            </a:extLst>
          </p:cNvPr>
          <p:cNvCxnSpPr>
            <a:cxnSpLocks/>
            <a:stCxn id="20" idx="5"/>
            <a:endCxn id="18" idx="1"/>
          </p:cNvCxnSpPr>
          <p:nvPr/>
        </p:nvCxnSpPr>
        <p:spPr>
          <a:xfrm>
            <a:off x="5282097" y="2247611"/>
            <a:ext cx="335440" cy="76355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8F443CC6-4C20-2283-1424-946A4BE7F0CA}"/>
              </a:ext>
            </a:extLst>
          </p:cNvPr>
          <p:cNvSpPr/>
          <p:nvPr/>
        </p:nvSpPr>
        <p:spPr>
          <a:xfrm>
            <a:off x="1898621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5C0A2-5471-ABC2-741C-9DBEFB5686F8}"/>
              </a:ext>
            </a:extLst>
          </p:cNvPr>
          <p:cNvSpPr txBox="1"/>
          <p:nvPr/>
        </p:nvSpPr>
        <p:spPr>
          <a:xfrm>
            <a:off x="1898621" y="35653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FED85C-D22F-B266-B1D9-75DDBC230847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>
            <a:off x="1441421" y="2472082"/>
            <a:ext cx="591111" cy="933293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270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359D3-9697-F70F-ED9B-C93C2F17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5BE0326-6830-406B-8614-EA192666782B}"/>
              </a:ext>
            </a:extLst>
          </p:cNvPr>
          <p:cNvSpPr/>
          <p:nvPr/>
        </p:nvSpPr>
        <p:spPr>
          <a:xfrm>
            <a:off x="984221" y="156365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54BAD7-12D9-0CFC-40AE-6B72B3901A84}"/>
              </a:ext>
            </a:extLst>
          </p:cNvPr>
          <p:cNvSpPr txBox="1"/>
          <p:nvPr/>
        </p:nvSpPr>
        <p:spPr>
          <a:xfrm>
            <a:off x="929425" y="1815465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5FE9E3C-313D-50B2-621D-AED04EE8D7D5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61A290-07D2-7448-E55F-368A8633BF7F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9D6265-182F-EA7E-B1BE-A3215EADEF6A}"/>
              </a:ext>
            </a:extLst>
          </p:cNvPr>
          <p:cNvSpPr/>
          <p:nvPr/>
        </p:nvSpPr>
        <p:spPr>
          <a:xfrm>
            <a:off x="2474552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9DD6D3-5AD1-5A9F-938F-11069596DA53}"/>
              </a:ext>
            </a:extLst>
          </p:cNvPr>
          <p:cNvSpPr txBox="1"/>
          <p:nvPr/>
        </p:nvSpPr>
        <p:spPr>
          <a:xfrm>
            <a:off x="2470063" y="24727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DF94D7-F34F-DD2F-3A87-171AA529B469}"/>
              </a:ext>
            </a:extLst>
          </p:cNvPr>
          <p:cNvSpPr/>
          <p:nvPr/>
        </p:nvSpPr>
        <p:spPr>
          <a:xfrm>
            <a:off x="4387555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307D5B-EB29-0F43-8071-F1532582D12C}"/>
              </a:ext>
            </a:extLst>
          </p:cNvPr>
          <p:cNvSpPr txBox="1"/>
          <p:nvPr/>
        </p:nvSpPr>
        <p:spPr>
          <a:xfrm>
            <a:off x="4387555" y="249306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59D314-8A21-0208-0818-6BA951E5FEEC}"/>
              </a:ext>
            </a:extLst>
          </p:cNvPr>
          <p:cNvSpPr/>
          <p:nvPr/>
        </p:nvSpPr>
        <p:spPr>
          <a:xfrm>
            <a:off x="5843358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D87535-9180-CF9C-4586-512E79E6508F}"/>
              </a:ext>
            </a:extLst>
          </p:cNvPr>
          <p:cNvSpPr txBox="1"/>
          <p:nvPr/>
        </p:nvSpPr>
        <p:spPr>
          <a:xfrm>
            <a:off x="5843358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DC53E42-FC5A-6A35-7846-E5C98B5D6461}"/>
              </a:ext>
            </a:extLst>
          </p:cNvPr>
          <p:cNvSpPr/>
          <p:nvPr/>
        </p:nvSpPr>
        <p:spPr>
          <a:xfrm>
            <a:off x="4394465" y="7083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7DA0A2-1B2B-6D09-86BB-D1FD8A3F42BA}"/>
              </a:ext>
            </a:extLst>
          </p:cNvPr>
          <p:cNvSpPr txBox="1"/>
          <p:nvPr/>
        </p:nvSpPr>
        <p:spPr>
          <a:xfrm>
            <a:off x="4394465" y="97083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0E371F-6B2F-4B59-52A5-6226128D2CAE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388952" y="2672775"/>
            <a:ext cx="9986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E94CEC4-023D-391B-0A00-8BCDA63ED9E6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 flipV="1">
            <a:off x="3236193" y="1170894"/>
            <a:ext cx="1158272" cy="73163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6AB8139-8B0B-297A-7CD7-584C8709A6DF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33380"/>
            <a:ext cx="574097" cy="46418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50D37BA-D233-2C11-6B47-8D487626A8A4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44147"/>
            <a:ext cx="705353" cy="32862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05AFF0E-E8ED-8B5D-8C84-66B31ED2A49B}"/>
              </a:ext>
            </a:extLst>
          </p:cNvPr>
          <p:cNvCxnSpPr>
            <a:cxnSpLocks/>
            <a:stCxn id="21" idx="3"/>
            <a:endCxn id="18" idx="0"/>
          </p:cNvCxnSpPr>
          <p:nvPr/>
        </p:nvCxnSpPr>
        <p:spPr>
          <a:xfrm>
            <a:off x="5308865" y="1170894"/>
            <a:ext cx="991693" cy="104468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E0BF88-7F71-1E0F-32F5-5B1E0B20310A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H="1" flipV="1">
            <a:off x="2796007" y="1690580"/>
            <a:ext cx="135745" cy="524995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F85FC00-A7F2-B7A3-EE1B-95112ECC27B8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01955" y="2687779"/>
            <a:ext cx="541403" cy="533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BD02FF0-730C-1EAC-D360-6E747D88D2DF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V="1">
            <a:off x="4844755" y="1622785"/>
            <a:ext cx="6910" cy="59279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AA733BD-EF6E-B993-D753-6F477CDE912B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26ACF9-2937-DCEC-AFB0-A83160434942}"/>
              </a:ext>
            </a:extLst>
          </p:cNvPr>
          <p:cNvSpPr txBox="1"/>
          <p:nvPr/>
        </p:nvSpPr>
        <p:spPr>
          <a:xfrm>
            <a:off x="1852157" y="24783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A95209-D6D3-A75E-6662-CF28E307CF41}"/>
              </a:ext>
            </a:extLst>
          </p:cNvPr>
          <p:cNvSpPr txBox="1"/>
          <p:nvPr/>
        </p:nvSpPr>
        <p:spPr>
          <a:xfrm>
            <a:off x="3535786" y="87472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643B62-F094-B1BF-B9F4-3C55E7806898}"/>
              </a:ext>
            </a:extLst>
          </p:cNvPr>
          <p:cNvSpPr txBox="1"/>
          <p:nvPr/>
        </p:nvSpPr>
        <p:spPr>
          <a:xfrm>
            <a:off x="3751550" y="269311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6D5DA8-A51D-5F7A-29E9-20D558905FC0}"/>
              </a:ext>
            </a:extLst>
          </p:cNvPr>
          <p:cNvSpPr txBox="1"/>
          <p:nvPr/>
        </p:nvSpPr>
        <p:spPr>
          <a:xfrm>
            <a:off x="5366020" y="2726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39A5376-0300-6A21-4A20-105AEBB414E2}"/>
              </a:ext>
            </a:extLst>
          </p:cNvPr>
          <p:cNvSpPr txBox="1"/>
          <p:nvPr/>
        </p:nvSpPr>
        <p:spPr>
          <a:xfrm>
            <a:off x="5843358" y="145561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D57D47-0399-6A94-BA39-3A1A26EA2425}"/>
              </a:ext>
            </a:extLst>
          </p:cNvPr>
          <p:cNvSpPr txBox="1"/>
          <p:nvPr/>
        </p:nvSpPr>
        <p:spPr>
          <a:xfrm>
            <a:off x="4602855" y="180147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C69E679-C448-8719-56AD-A9738906D8CA}"/>
              </a:ext>
            </a:extLst>
          </p:cNvPr>
          <p:cNvSpPr txBox="1"/>
          <p:nvPr/>
        </p:nvSpPr>
        <p:spPr>
          <a:xfrm>
            <a:off x="3035603" y="179015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17897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7DC1-E23C-6E7C-5278-B025DB54C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31B12C9-DA10-7FE7-488A-A9B68DC4BB3B}"/>
              </a:ext>
            </a:extLst>
          </p:cNvPr>
          <p:cNvSpPr/>
          <p:nvPr/>
        </p:nvSpPr>
        <p:spPr>
          <a:xfrm>
            <a:off x="757363" y="155666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CA54C-D5F4-FBE1-7077-D5D2DFF53755}"/>
              </a:ext>
            </a:extLst>
          </p:cNvPr>
          <p:cNvSpPr txBox="1"/>
          <p:nvPr/>
        </p:nvSpPr>
        <p:spPr>
          <a:xfrm>
            <a:off x="696552" y="182711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3B5FAC5-1B96-D8B1-DBD3-139AE1675AF2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B6994-2BB2-49B5-2283-17D4007FA20C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7BBAFA-618C-E52E-5DD2-6545D9F9F8EB}"/>
              </a:ext>
            </a:extLst>
          </p:cNvPr>
          <p:cNvSpPr/>
          <p:nvPr/>
        </p:nvSpPr>
        <p:spPr>
          <a:xfrm>
            <a:off x="2338807" y="223057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985324-5E3D-A6D5-6065-C6A8D1F82EB6}"/>
              </a:ext>
            </a:extLst>
          </p:cNvPr>
          <p:cNvSpPr txBox="1"/>
          <p:nvPr/>
        </p:nvSpPr>
        <p:spPr>
          <a:xfrm>
            <a:off x="2336382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1DDEB1C-1265-0108-790D-CC2DF9AAED87}"/>
              </a:ext>
            </a:extLst>
          </p:cNvPr>
          <p:cNvSpPr/>
          <p:nvPr/>
        </p:nvSpPr>
        <p:spPr>
          <a:xfrm>
            <a:off x="4394465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A657DC-80F1-79F8-EB9E-90327DA6ED41}"/>
              </a:ext>
            </a:extLst>
          </p:cNvPr>
          <p:cNvSpPr txBox="1"/>
          <p:nvPr/>
        </p:nvSpPr>
        <p:spPr>
          <a:xfrm>
            <a:off x="4392040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AECD13F-AFC2-16B6-AC23-602B70275B80}"/>
              </a:ext>
            </a:extLst>
          </p:cNvPr>
          <p:cNvSpPr/>
          <p:nvPr/>
        </p:nvSpPr>
        <p:spPr>
          <a:xfrm>
            <a:off x="5850268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E3E867-3694-4E43-7776-79AA6771CE34}"/>
              </a:ext>
            </a:extLst>
          </p:cNvPr>
          <p:cNvSpPr txBox="1"/>
          <p:nvPr/>
        </p:nvSpPr>
        <p:spPr>
          <a:xfrm>
            <a:off x="5850268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8FACC1-0FD9-9412-5CC1-750F81883847}"/>
              </a:ext>
            </a:extLst>
          </p:cNvPr>
          <p:cNvSpPr/>
          <p:nvPr/>
        </p:nvSpPr>
        <p:spPr>
          <a:xfrm>
            <a:off x="4394465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820ADF-D0CE-B460-DBF9-E1814D31D469}"/>
              </a:ext>
            </a:extLst>
          </p:cNvPr>
          <p:cNvSpPr txBox="1"/>
          <p:nvPr/>
        </p:nvSpPr>
        <p:spPr>
          <a:xfrm>
            <a:off x="4377451" y="103099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7AD72A-9BDA-21D2-C4B9-E4FAB4C492CB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V="1">
            <a:off x="2796007" y="1690580"/>
            <a:ext cx="0" cy="53999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C169051-B23E-4648-B7CB-E4A8DA1A8F7B}"/>
              </a:ext>
            </a:extLst>
          </p:cNvPr>
          <p:cNvCxnSpPr>
            <a:cxnSpLocks/>
            <a:stCxn id="9" idx="3"/>
            <a:endCxn id="20" idx="2"/>
          </p:cNvCxnSpPr>
          <p:nvPr/>
        </p:nvCxnSpPr>
        <p:spPr>
          <a:xfrm flipV="1">
            <a:off x="3236193" y="1233380"/>
            <a:ext cx="1158272" cy="10677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FAF2A3F-2456-522B-E336-BE8686055CF8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537852" y="1233380"/>
            <a:ext cx="800955" cy="45720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7E00F22-2A1D-1526-2FD9-37C303C87795}"/>
              </a:ext>
            </a:extLst>
          </p:cNvPr>
          <p:cNvCxnSpPr>
            <a:cxnSpLocks/>
            <a:stCxn id="2" idx="5"/>
            <a:endCxn id="12" idx="2"/>
          </p:cNvCxnSpPr>
          <p:nvPr/>
        </p:nvCxnSpPr>
        <p:spPr>
          <a:xfrm>
            <a:off x="1537852" y="2337158"/>
            <a:ext cx="800955" cy="35062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DC704B-82BA-4154-BE00-D73DBE071FCD}"/>
              </a:ext>
            </a:extLst>
          </p:cNvPr>
          <p:cNvCxnSpPr>
            <a:cxnSpLocks/>
            <a:stCxn id="16" idx="2"/>
            <a:endCxn id="8" idx="5"/>
          </p:cNvCxnSpPr>
          <p:nvPr/>
        </p:nvCxnSpPr>
        <p:spPr>
          <a:xfrm flipH="1" flipV="1">
            <a:off x="3119296" y="1556669"/>
            <a:ext cx="1275169" cy="1182237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718733-153C-5CAB-FC10-8D7B512F240F}"/>
              </a:ext>
            </a:extLst>
          </p:cNvPr>
          <p:cNvCxnSpPr>
            <a:cxnSpLocks/>
            <a:stCxn id="16" idx="6"/>
            <a:endCxn id="18" idx="2"/>
          </p:cNvCxnSpPr>
          <p:nvPr/>
        </p:nvCxnSpPr>
        <p:spPr>
          <a:xfrm>
            <a:off x="5308865" y="2738906"/>
            <a:ext cx="5414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4629066-8469-37CF-D327-40BBB1B5133F}"/>
              </a:ext>
            </a:extLst>
          </p:cNvPr>
          <p:cNvCxnSpPr>
            <a:cxnSpLocks/>
            <a:stCxn id="20" idx="4"/>
            <a:endCxn id="16" idx="0"/>
          </p:cNvCxnSpPr>
          <p:nvPr/>
        </p:nvCxnSpPr>
        <p:spPr>
          <a:xfrm>
            <a:off x="4851665" y="1690580"/>
            <a:ext cx="0" cy="591126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8D5D5C3-DB28-AE67-84AD-CE50C3DA4DA5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62572-1C3B-F899-9D83-716F454384DD}"/>
              </a:ext>
            </a:extLst>
          </p:cNvPr>
          <p:cNvSpPr txBox="1"/>
          <p:nvPr/>
        </p:nvSpPr>
        <p:spPr>
          <a:xfrm>
            <a:off x="1713932" y="245707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509089-0C68-AF02-AA9B-54F5A8B3184C}"/>
              </a:ext>
            </a:extLst>
          </p:cNvPr>
          <p:cNvSpPr txBox="1"/>
          <p:nvPr/>
        </p:nvSpPr>
        <p:spPr>
          <a:xfrm>
            <a:off x="3535786" y="87472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2FA409-2DB2-D9D9-D1E3-9D9EFFAEDD87}"/>
              </a:ext>
            </a:extLst>
          </p:cNvPr>
          <p:cNvSpPr txBox="1"/>
          <p:nvPr/>
        </p:nvSpPr>
        <p:spPr>
          <a:xfrm>
            <a:off x="2507537" y="184250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F39EE4-0EC0-C82A-B13B-3220D082EA7C}"/>
              </a:ext>
            </a:extLst>
          </p:cNvPr>
          <p:cNvSpPr txBox="1"/>
          <p:nvPr/>
        </p:nvSpPr>
        <p:spPr>
          <a:xfrm>
            <a:off x="5372930" y="279301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D081EA-DB79-8757-C3D2-44BF1981F426}"/>
              </a:ext>
            </a:extLst>
          </p:cNvPr>
          <p:cNvSpPr txBox="1"/>
          <p:nvPr/>
        </p:nvSpPr>
        <p:spPr>
          <a:xfrm>
            <a:off x="4854017" y="1765113"/>
            <a:ext cx="518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B0F0CC9-0EC6-1F62-5905-865812AFE763}"/>
              </a:ext>
            </a:extLst>
          </p:cNvPr>
          <p:cNvSpPr txBox="1"/>
          <p:nvPr/>
        </p:nvSpPr>
        <p:spPr>
          <a:xfrm>
            <a:off x="3350632" y="1960579"/>
            <a:ext cx="438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64517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E26CB4-1981-A160-FCE4-020408C22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810703"/>
              </p:ext>
            </p:extLst>
          </p:nvPr>
        </p:nvGraphicFramePr>
        <p:xfrm>
          <a:off x="2106429" y="1035388"/>
          <a:ext cx="1891413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0471">
                  <a:extLst>
                    <a:ext uri="{9D8B030D-6E8A-4147-A177-3AD203B41FA5}">
                      <a16:colId xmlns:a16="http://schemas.microsoft.com/office/drawing/2014/main" val="3136262100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2693352234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3761018242"/>
                    </a:ext>
                  </a:extLst>
                </a:gridCol>
              </a:tblGrid>
              <a:tr h="36138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24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1E8E103-D494-3E9A-2974-70FABC387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398826"/>
              </p:ext>
            </p:extLst>
          </p:nvPr>
        </p:nvGraphicFramePr>
        <p:xfrm>
          <a:off x="2106429" y="2027761"/>
          <a:ext cx="1891413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0471">
                  <a:extLst>
                    <a:ext uri="{9D8B030D-6E8A-4147-A177-3AD203B41FA5}">
                      <a16:colId xmlns:a16="http://schemas.microsoft.com/office/drawing/2014/main" val="3136262100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2693352234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3761018242"/>
                    </a:ext>
                  </a:extLst>
                </a:gridCol>
              </a:tblGrid>
              <a:tr h="36138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2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410BCBE-131C-95C2-9DCC-6A017E534E0A}"/>
              </a:ext>
            </a:extLst>
          </p:cNvPr>
          <p:cNvSpPr txBox="1"/>
          <p:nvPr/>
        </p:nvSpPr>
        <p:spPr>
          <a:xfrm>
            <a:off x="265815" y="765543"/>
            <a:ext cx="1031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oldVals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0183-85B1-866B-4CC4-F6C156829946}"/>
              </a:ext>
            </a:extLst>
          </p:cNvPr>
          <p:cNvSpPr txBox="1"/>
          <p:nvPr/>
        </p:nvSpPr>
        <p:spPr>
          <a:xfrm>
            <a:off x="127593" y="1218268"/>
            <a:ext cx="1169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aliasVals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BF3CE8-5F7B-550E-CECD-E005E4EF9996}"/>
              </a:ext>
            </a:extLst>
          </p:cNvPr>
          <p:cNvSpPr txBox="1"/>
          <p:nvPr/>
        </p:nvSpPr>
        <p:spPr>
          <a:xfrm>
            <a:off x="127593" y="2027761"/>
            <a:ext cx="1169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copyVals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7E4552-58B8-CCFE-FE40-FCA6C1BE1BDE}"/>
              </a:ext>
            </a:extLst>
          </p:cNvPr>
          <p:cNvCxnSpPr>
            <a:stCxn id="6" idx="3"/>
            <a:endCxn id="4" idx="1"/>
          </p:cNvCxnSpPr>
          <p:nvPr/>
        </p:nvCxnSpPr>
        <p:spPr>
          <a:xfrm>
            <a:off x="1297173" y="950209"/>
            <a:ext cx="809256" cy="268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DA47A4-AB76-476A-DCF1-3213DC08F8A4}"/>
              </a:ext>
            </a:extLst>
          </p:cNvPr>
          <p:cNvCxnSpPr>
            <a:stCxn id="7" idx="3"/>
            <a:endCxn id="4" idx="1"/>
          </p:cNvCxnSpPr>
          <p:nvPr/>
        </p:nvCxnSpPr>
        <p:spPr>
          <a:xfrm flipV="1">
            <a:off x="1297173" y="1218268"/>
            <a:ext cx="809256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DE2F5D-15DF-737F-1C41-47EF4EECBF56}"/>
              </a:ext>
            </a:extLst>
          </p:cNvPr>
          <p:cNvCxnSpPr>
            <a:stCxn id="8" idx="3"/>
            <a:endCxn id="5" idx="1"/>
          </p:cNvCxnSpPr>
          <p:nvPr/>
        </p:nvCxnSpPr>
        <p:spPr>
          <a:xfrm flipV="1">
            <a:off x="1297173" y="2210641"/>
            <a:ext cx="809256" cy="1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E49E5A-A78C-41E9-5271-569DF6A25E4A}"/>
              </a:ext>
            </a:extLst>
          </p:cNvPr>
          <p:cNvSpPr txBox="1"/>
          <p:nvPr/>
        </p:nvSpPr>
        <p:spPr>
          <a:xfrm>
            <a:off x="102786" y="5462396"/>
            <a:ext cx="1389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currentRun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FBAE85-4385-97F1-F800-CA0BC415FF55}"/>
              </a:ext>
            </a:extLst>
          </p:cNvPr>
          <p:cNvSpPr txBox="1"/>
          <p:nvPr/>
        </p:nvSpPr>
        <p:spPr>
          <a:xfrm>
            <a:off x="182526" y="4056057"/>
            <a:ext cx="1031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lastRun</a:t>
            </a:r>
            <a:endParaRPr lang="en-US" b="1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0B1795-6496-587F-9E19-5A2CB42658B6}"/>
              </a:ext>
            </a:extLst>
          </p:cNvPr>
          <p:cNvSpPr/>
          <p:nvPr/>
        </p:nvSpPr>
        <p:spPr>
          <a:xfrm>
            <a:off x="127592" y="4425389"/>
            <a:ext cx="1307804" cy="382772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0x5ab12c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76DC43-7DE7-5227-405D-24BFBF7C45AD}"/>
              </a:ext>
            </a:extLst>
          </p:cNvPr>
          <p:cNvSpPr/>
          <p:nvPr/>
        </p:nvSpPr>
        <p:spPr>
          <a:xfrm>
            <a:off x="127592" y="5915121"/>
            <a:ext cx="1307804" cy="382772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0x5ab12c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99313-BA18-2E88-92BC-6BA0F8C84A83}"/>
              </a:ext>
            </a:extLst>
          </p:cNvPr>
          <p:cNvSpPr txBox="1"/>
          <p:nvPr/>
        </p:nvSpPr>
        <p:spPr>
          <a:xfrm>
            <a:off x="3220779" y="4438829"/>
            <a:ext cx="1554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Run Record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B71A79E-F1DD-B915-966C-8CD77DF62517}"/>
              </a:ext>
            </a:extLst>
          </p:cNvPr>
          <p:cNvSpPr/>
          <p:nvPr/>
        </p:nvSpPr>
        <p:spPr>
          <a:xfrm>
            <a:off x="3030279" y="4814881"/>
            <a:ext cx="1935125" cy="110024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seconds: 300</a:t>
            </a:r>
          </a:p>
          <a:p>
            <a:r>
              <a:rPr lang="en-US" dirty="0"/>
              <a:t>miles = 1.5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F8A2272-1E20-7057-0B08-DACDF2874E2B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>
            <a:off x="1435396" y="4616775"/>
            <a:ext cx="1594883" cy="74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A0DC101-3A6B-5B53-6D4D-591EAA6322E0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 flipV="1">
            <a:off x="1435396" y="5365001"/>
            <a:ext cx="1594883" cy="741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3D8CADC-874C-76D5-DCE7-29C5E1BB54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390586"/>
              </p:ext>
            </p:extLst>
          </p:nvPr>
        </p:nvGraphicFramePr>
        <p:xfrm>
          <a:off x="4774903" y="1587600"/>
          <a:ext cx="20828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625412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2F4D992-E2BF-DC11-4FA2-076CE65F6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006838"/>
              </p:ext>
            </p:extLst>
          </p:nvPr>
        </p:nvGraphicFramePr>
        <p:xfrm>
          <a:off x="8741144" y="1242882"/>
          <a:ext cx="20828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4703328F-A99E-289A-9B11-78A677079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248427"/>
              </p:ext>
            </p:extLst>
          </p:nvPr>
        </p:nvGraphicFramePr>
        <p:xfrm>
          <a:off x="8741144" y="3156020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0AAEF4CD-8C25-4319-3D04-338EA7C5ABAF}"/>
              </a:ext>
            </a:extLst>
          </p:cNvPr>
          <p:cNvSpPr txBox="1"/>
          <p:nvPr/>
        </p:nvSpPr>
        <p:spPr>
          <a:xfrm>
            <a:off x="5174215" y="1058216"/>
            <a:ext cx="12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main()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0455D-4FCA-0F32-3EC2-4CE0BE057456}"/>
              </a:ext>
            </a:extLst>
          </p:cNvPr>
          <p:cNvSpPr txBox="1"/>
          <p:nvPr/>
        </p:nvSpPr>
        <p:spPr>
          <a:xfrm>
            <a:off x="8579293" y="765543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convertPrimitive</a:t>
            </a:r>
            <a:r>
              <a:rPr lang="en-US" b="1" dirty="0"/>
              <a:t>()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13288F-1CEB-629D-39EE-A317CDEEEDFA}"/>
              </a:ext>
            </a:extLst>
          </p:cNvPr>
          <p:cNvSpPr txBox="1"/>
          <p:nvPr/>
        </p:nvSpPr>
        <p:spPr>
          <a:xfrm>
            <a:off x="8579293" y="2701628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convertObjective</a:t>
            </a:r>
            <a:r>
              <a:rPr lang="en-US" b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604995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D53EA27-1F7C-5A2E-0DF0-1BA0631383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075950"/>
              </p:ext>
            </p:extLst>
          </p:nvPr>
        </p:nvGraphicFramePr>
        <p:xfrm>
          <a:off x="618386" y="939308"/>
          <a:ext cx="20828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62541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FE476F0-525D-C6F9-82EB-87824E1F0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166191"/>
              </p:ext>
            </p:extLst>
          </p:nvPr>
        </p:nvGraphicFramePr>
        <p:xfrm>
          <a:off x="5261935" y="939308"/>
          <a:ext cx="20828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56D64C0-E270-843E-7E1B-B9B799BB8A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327079"/>
              </p:ext>
            </p:extLst>
          </p:nvPr>
        </p:nvGraphicFramePr>
        <p:xfrm>
          <a:off x="618385" y="3863783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629DA9C-E5C0-A4A9-A598-BD25051ABF94}"/>
              </a:ext>
            </a:extLst>
          </p:cNvPr>
          <p:cNvSpPr txBox="1"/>
          <p:nvPr/>
        </p:nvSpPr>
        <p:spPr>
          <a:xfrm>
            <a:off x="1017698" y="461969"/>
            <a:ext cx="12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main()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5F7EC6-EACA-75B2-E416-C34096F70C24}"/>
              </a:ext>
            </a:extLst>
          </p:cNvPr>
          <p:cNvSpPr txBox="1"/>
          <p:nvPr/>
        </p:nvSpPr>
        <p:spPr>
          <a:xfrm>
            <a:off x="5100084" y="461969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convertPrimitive</a:t>
            </a:r>
            <a:r>
              <a:rPr lang="en-US" b="1" dirty="0"/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485928-2819-1329-DD41-DC5152D37834}"/>
              </a:ext>
            </a:extLst>
          </p:cNvPr>
          <p:cNvSpPr txBox="1"/>
          <p:nvPr/>
        </p:nvSpPr>
        <p:spPr>
          <a:xfrm>
            <a:off x="456534" y="3471597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convertObjective</a:t>
            </a:r>
            <a:r>
              <a:rPr lang="en-US" b="1" dirty="0"/>
              <a:t>()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883BC1-C6EF-1217-4CBE-64D794551B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324385"/>
              </p:ext>
            </p:extLst>
          </p:nvPr>
        </p:nvGraphicFramePr>
        <p:xfrm>
          <a:off x="5311150" y="3863783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1E0F932-596D-38B8-329B-6AEE2D69373C}"/>
              </a:ext>
            </a:extLst>
          </p:cNvPr>
          <p:cNvSpPr txBox="1"/>
          <p:nvPr/>
        </p:nvSpPr>
        <p:spPr>
          <a:xfrm>
            <a:off x="5149299" y="3425219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TimeResult</a:t>
            </a:r>
            <a:r>
              <a:rPr lang="en-US" b="1" dirty="0"/>
              <a:t> Object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B48BA5-E2A6-AE95-11E9-7331F38C7254}"/>
              </a:ext>
            </a:extLst>
          </p:cNvPr>
          <p:cNvCxnSpPr/>
          <p:nvPr/>
        </p:nvCxnSpPr>
        <p:spPr>
          <a:xfrm>
            <a:off x="2764355" y="1988236"/>
            <a:ext cx="2465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18F8ED-D4F2-D898-D3B4-FDAFFDAC04A3}"/>
              </a:ext>
            </a:extLst>
          </p:cNvPr>
          <p:cNvSpPr txBox="1"/>
          <p:nvPr/>
        </p:nvSpPr>
        <p:spPr>
          <a:xfrm>
            <a:off x="3132210" y="1589792"/>
            <a:ext cx="1698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copies values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03FEF5-D1E4-2911-CD4C-7ECE99A75FB7}"/>
              </a:ext>
            </a:extLst>
          </p:cNvPr>
          <p:cNvSpPr txBox="1"/>
          <p:nvPr/>
        </p:nvSpPr>
        <p:spPr>
          <a:xfrm>
            <a:off x="1376507" y="2924015"/>
            <a:ext cx="22429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copies the reference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33632F8-A14A-5D2B-18C4-3F8494081763}"/>
              </a:ext>
            </a:extLst>
          </p:cNvPr>
          <p:cNvCxnSpPr>
            <a:cxnSpLocks/>
          </p:cNvCxnSpPr>
          <p:nvPr/>
        </p:nvCxnSpPr>
        <p:spPr>
          <a:xfrm>
            <a:off x="2701184" y="4440518"/>
            <a:ext cx="2529040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5BC1E96-DE84-B8D4-4E38-C92D2ED9D72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701184" y="2317836"/>
            <a:ext cx="2448115" cy="129204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E4942-1DD2-5AAF-9631-3236F058C39A}"/>
              </a:ext>
            </a:extLst>
          </p:cNvPr>
          <p:cNvSpPr txBox="1"/>
          <p:nvPr/>
        </p:nvSpPr>
        <p:spPr>
          <a:xfrm>
            <a:off x="4852862" y="2043764"/>
            <a:ext cx="299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copy of primitive values changes stay local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2CD4F16-2378-978B-B375-491A3D0730E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flipH="1">
            <a:off x="1659785" y="2422668"/>
            <a:ext cx="1" cy="104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3262BBB6-B62D-3D92-744C-4597358E0A81}"/>
              </a:ext>
            </a:extLst>
          </p:cNvPr>
          <p:cNvSpPr txBox="1"/>
          <p:nvPr/>
        </p:nvSpPr>
        <p:spPr>
          <a:xfrm>
            <a:off x="295803" y="4628317"/>
            <a:ext cx="299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The reference is copied, but both references point to the same object</a:t>
            </a:r>
          </a:p>
        </p:txBody>
      </p:sp>
    </p:spTree>
    <p:extLst>
      <p:ext uri="{BB962C8B-B14F-4D97-AF65-F5344CB8AC3E}">
        <p14:creationId xmlns:p14="http://schemas.microsoft.com/office/powerpoint/2010/main" val="4288923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CC1AE1-E137-0287-FC92-4E456F7B0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634096"/>
              </p:ext>
            </p:extLst>
          </p:nvPr>
        </p:nvGraphicFramePr>
        <p:xfrm>
          <a:off x="5261935" y="939308"/>
          <a:ext cx="20828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&lt;&lt;interface&gt;&gt;</a:t>
                      </a:r>
                    </a:p>
                    <a:p>
                      <a:pPr algn="ctr"/>
                      <a:r>
                        <a:rPr lang="en-US" dirty="0"/>
                        <a:t>DrawableInterface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+drawMe(): void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571DC8D-387E-5160-63B1-7AADE4E726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681770"/>
              </p:ext>
            </p:extLst>
          </p:nvPr>
        </p:nvGraphicFramePr>
        <p:xfrm>
          <a:off x="1118781" y="2923540"/>
          <a:ext cx="20828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Shape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</a:t>
                      </a:r>
                      <a:r>
                        <a:rPr lang="en-US" dirty="0" err="1"/>
                        <a:t>getName</a:t>
                      </a:r>
                      <a:r>
                        <a:rPr lang="en-US" dirty="0"/>
                        <a:t>(): String</a:t>
                      </a:r>
                    </a:p>
                    <a:p>
                      <a:pPr algn="ctr"/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+</a:t>
                      </a:r>
                      <a:r>
                        <a:rPr lang="en-US" i="1" dirty="0" err="1">
                          <a:highlight>
                            <a:srgbClr val="FFFF00"/>
                          </a:highlight>
                        </a:rPr>
                        <a:t>getArea</a:t>
                      </a:r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():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2AFD4D-5778-D32F-28C9-A4DBC3AF0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749323"/>
              </p:ext>
            </p:extLst>
          </p:nvPr>
        </p:nvGraphicFramePr>
        <p:xfrm>
          <a:off x="4131339" y="2923540"/>
          <a:ext cx="3683591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83591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Shape </a:t>
                      </a:r>
                      <a:r>
                        <a:rPr lang="en-US" i="0" dirty="0">
                          <a:highlight>
                            <a:srgbClr val="C0C0C0"/>
                          </a:highlight>
                        </a:rPr>
                        <a:t>{abstract}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+</a:t>
                      </a:r>
                      <a:r>
                        <a:rPr lang="en-US" i="0" dirty="0" err="1"/>
                        <a:t>getName</a:t>
                      </a:r>
                      <a:r>
                        <a:rPr lang="en-US" i="0" dirty="0"/>
                        <a:t>(): String</a:t>
                      </a:r>
                    </a:p>
                    <a:p>
                      <a:pPr algn="ctr"/>
                      <a:r>
                        <a:rPr lang="en-US" i="0" dirty="0"/>
                        <a:t>+</a:t>
                      </a:r>
                      <a:r>
                        <a:rPr lang="en-US" i="0" dirty="0" err="1"/>
                        <a:t>getArea</a:t>
                      </a:r>
                      <a:r>
                        <a:rPr lang="en-US" i="0" dirty="0"/>
                        <a:t>(): double </a:t>
                      </a:r>
                      <a:r>
                        <a:rPr lang="en-US" i="0" dirty="0">
                          <a:highlight>
                            <a:srgbClr val="C0C0C0"/>
                          </a:highlight>
                        </a:rPr>
                        <a:t>{abstract}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4617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C3E4EF-0F9D-00AE-5046-D72302D54C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02869"/>
              </p:ext>
            </p:extLst>
          </p:nvPr>
        </p:nvGraphicFramePr>
        <p:xfrm>
          <a:off x="2032000" y="719664"/>
          <a:ext cx="3698949" cy="50226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98949">
                  <a:extLst>
                    <a:ext uri="{9D8B030D-6E8A-4147-A177-3AD203B41FA5}">
                      <a16:colId xmlns:a16="http://schemas.microsoft.com/office/drawing/2014/main" val="3210903352"/>
                    </a:ext>
                  </a:extLst>
                </a:gridCol>
              </a:tblGrid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countDown(1)</a:t>
                      </a:r>
                    </a:p>
                    <a:p>
                      <a:pPr algn="ctr"/>
                      <a:r>
                        <a:rPr lang="en-US" dirty="0"/>
                        <a:t>int n = 1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8083421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countDown(2)</a:t>
                      </a:r>
                    </a:p>
                    <a:p>
                      <a:pPr algn="ctr"/>
                      <a:r>
                        <a:rPr lang="en-US" dirty="0"/>
                        <a:t>int n = 2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103063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countDown(3)</a:t>
                      </a:r>
                    </a:p>
                    <a:p>
                      <a:pPr algn="ctr"/>
                      <a:r>
                        <a:rPr lang="en-US" dirty="0"/>
                        <a:t>int n = 3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038093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main()</a:t>
                      </a:r>
                    </a:p>
                    <a:p>
                      <a:pPr algn="ctr"/>
                      <a:r>
                        <a:rPr lang="en-US" dirty="0"/>
                        <a:t>(program entry point)</a:t>
                      </a:r>
                    </a:p>
                    <a:p>
                      <a:pPr algn="ctr"/>
                      <a:r>
                        <a:rPr lang="en-US" dirty="0"/>
                        <a:t>will receive result when recursion completes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41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4759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3EFCAB-59E8-547C-8287-9EF8C77F8DDC}"/>
              </a:ext>
            </a:extLst>
          </p:cNvPr>
          <p:cNvSpPr/>
          <p:nvPr/>
        </p:nvSpPr>
        <p:spPr>
          <a:xfrm>
            <a:off x="1552354" y="2047406"/>
            <a:ext cx="1424763" cy="63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CB8AFC-5583-2339-51BA-5E2240E86F21}"/>
              </a:ext>
            </a:extLst>
          </p:cNvPr>
          <p:cNvSpPr/>
          <p:nvPr/>
        </p:nvSpPr>
        <p:spPr>
          <a:xfrm>
            <a:off x="1552353" y="3512289"/>
            <a:ext cx="1424763" cy="63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C4D3C-AFCF-1166-9CAD-825C17A25328}"/>
              </a:ext>
            </a:extLst>
          </p:cNvPr>
          <p:cNvSpPr txBox="1"/>
          <p:nvPr/>
        </p:nvSpPr>
        <p:spPr>
          <a:xfrm>
            <a:off x="1701208" y="1600839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obj 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713027-9AF0-FC08-DAE2-F30EE5E05369}"/>
              </a:ext>
            </a:extLst>
          </p:cNvPr>
          <p:cNvSpPr txBox="1"/>
          <p:nvPr/>
        </p:nvSpPr>
        <p:spPr>
          <a:xfrm>
            <a:off x="1701207" y="3065722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obj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A63270-0D12-77A3-3FA2-A1E9AFF0AC90}"/>
              </a:ext>
            </a:extLst>
          </p:cNvPr>
          <p:cNvSpPr txBox="1"/>
          <p:nvPr/>
        </p:nvSpPr>
        <p:spPr>
          <a:xfrm>
            <a:off x="1701207" y="904294"/>
            <a:ext cx="11270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/>
              <a:t>Stack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A854E9-FF28-FF88-22F8-50A5E7EC8198}"/>
              </a:ext>
            </a:extLst>
          </p:cNvPr>
          <p:cNvSpPr txBox="1"/>
          <p:nvPr/>
        </p:nvSpPr>
        <p:spPr>
          <a:xfrm>
            <a:off x="5372984" y="908223"/>
            <a:ext cx="11270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/>
              <a:t>Heap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9EF52E1-8AB1-FE5F-2B69-E0407282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900968"/>
              </p:ext>
            </p:extLst>
          </p:nvPr>
        </p:nvGraphicFramePr>
        <p:xfrm>
          <a:off x="4316818" y="2847946"/>
          <a:ext cx="3179136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5971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5971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59712">
                  <a:extLst>
                    <a:ext uri="{9D8B030D-6E8A-4147-A177-3AD203B41FA5}">
                      <a16:colId xmlns:a16="http://schemas.microsoft.com/office/drawing/2014/main" val="3600845548"/>
                    </a:ext>
                  </a:extLst>
                </a:gridCol>
              </a:tblGrid>
              <a:tr h="43789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70BB105-CD1B-605E-7A93-2E7C0C517573}"/>
              </a:ext>
            </a:extLst>
          </p:cNvPr>
          <p:cNvSpPr txBox="1"/>
          <p:nvPr/>
        </p:nvSpPr>
        <p:spPr>
          <a:xfrm>
            <a:off x="4536556" y="2332075"/>
            <a:ext cx="27396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Heap array at 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E57C55B-A48F-9AE4-90F9-60BF20F86AB8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2977117" y="2366382"/>
            <a:ext cx="1339701" cy="758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51C8D6-70D7-182C-BDBF-83369F5F4469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2977116" y="3076546"/>
            <a:ext cx="1339702" cy="75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039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5E922D-B96B-DE25-EB91-2AADD7D11C5F}"/>
              </a:ext>
            </a:extLst>
          </p:cNvPr>
          <p:cNvSpPr/>
          <p:nvPr/>
        </p:nvSpPr>
        <p:spPr>
          <a:xfrm>
            <a:off x="1392868" y="1964115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0x6000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88A72D-2354-625C-7B06-7DB4A8BCB6F2}"/>
              </a:ext>
            </a:extLst>
          </p:cNvPr>
          <p:cNvSpPr txBox="1"/>
          <p:nvPr/>
        </p:nvSpPr>
        <p:spPr>
          <a:xfrm>
            <a:off x="1541722" y="151754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table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A028842-1F2A-3C44-E209-48E7A97730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583470"/>
              </p:ext>
            </p:extLst>
          </p:nvPr>
        </p:nvGraphicFramePr>
        <p:xfrm>
          <a:off x="4316818" y="2056092"/>
          <a:ext cx="2640164" cy="4001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08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32008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0x6000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0x7000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7939D8A-5E99-6C04-0C6A-12DC89C5F74B}"/>
              </a:ext>
            </a:extLst>
          </p:cNvPr>
          <p:cNvSpPr txBox="1"/>
          <p:nvPr/>
        </p:nvSpPr>
        <p:spPr>
          <a:xfrm>
            <a:off x="4316818" y="988136"/>
            <a:ext cx="2739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row-pointer table</a:t>
            </a:r>
          </a:p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0x6000)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04C135-7857-577E-134F-110508B08F85}"/>
              </a:ext>
            </a:extLst>
          </p:cNvPr>
          <p:cNvCxnSpPr>
            <a:cxnSpLocks/>
          </p:cNvCxnSpPr>
          <p:nvPr/>
        </p:nvCxnSpPr>
        <p:spPr>
          <a:xfrm>
            <a:off x="2852614" y="2278747"/>
            <a:ext cx="6202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4481198-8610-6594-DFE7-2D9C6BEC5C62}"/>
              </a:ext>
            </a:extLst>
          </p:cNvPr>
          <p:cNvSpPr txBox="1"/>
          <p:nvPr/>
        </p:nvSpPr>
        <p:spPr>
          <a:xfrm>
            <a:off x="3346577" y="2066974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EF93671-6BE9-E092-28FC-77BF64831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510161"/>
              </p:ext>
            </p:extLst>
          </p:nvPr>
        </p:nvGraphicFramePr>
        <p:xfrm>
          <a:off x="4316818" y="2471369"/>
          <a:ext cx="2640164" cy="4001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08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32008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0x6008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0x9000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11497FF3-7427-030F-949B-6174AB606A23}"/>
              </a:ext>
            </a:extLst>
          </p:cNvPr>
          <p:cNvSpPr txBox="1"/>
          <p:nvPr/>
        </p:nvSpPr>
        <p:spPr>
          <a:xfrm>
            <a:off x="3346577" y="247282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3E2D9F7-C3CD-CD0E-E9A6-C3D3F91C5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053756"/>
              </p:ext>
            </p:extLst>
          </p:nvPr>
        </p:nvGraphicFramePr>
        <p:xfrm>
          <a:off x="8131456" y="1329965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9D2811F-228C-57C6-47B7-A8125553D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0279221"/>
              </p:ext>
            </p:extLst>
          </p:nvPr>
        </p:nvGraphicFramePr>
        <p:xfrm>
          <a:off x="8131455" y="3006203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6682673B-4123-076A-2F9C-2B768E85A9AA}"/>
              </a:ext>
            </a:extLst>
          </p:cNvPr>
          <p:cNvSpPr txBox="1"/>
          <p:nvPr/>
        </p:nvSpPr>
        <p:spPr>
          <a:xfrm>
            <a:off x="8385557" y="804558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5494CB-C0B8-91EE-5615-D87D07A4A1F0}"/>
              </a:ext>
            </a:extLst>
          </p:cNvPr>
          <p:cNvSpPr txBox="1"/>
          <p:nvPr/>
        </p:nvSpPr>
        <p:spPr>
          <a:xfrm>
            <a:off x="8385557" y="2480796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0x9000)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08EBDC-B563-DF31-49B6-2058F19BF7F9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956982" y="1683908"/>
            <a:ext cx="1174474" cy="5722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7438BF2-CF36-DD96-5729-854F8672E2C2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6956982" y="2671424"/>
            <a:ext cx="1174473" cy="6887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6AC64562-4395-6AED-6B4D-6FA0F3866A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488371"/>
              </p:ext>
            </p:extLst>
          </p:nvPr>
        </p:nvGraphicFramePr>
        <p:xfrm>
          <a:off x="6096000" y="5174092"/>
          <a:ext cx="5946954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1159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412991784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53098049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3474105227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44DDB77C-0A02-2022-0660-F22374DFF9AF}"/>
              </a:ext>
            </a:extLst>
          </p:cNvPr>
          <p:cNvSpPr txBox="1"/>
          <p:nvPr/>
        </p:nvSpPr>
        <p:spPr>
          <a:xfrm>
            <a:off x="7728514" y="4620094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(stack 0x7000)</a:t>
            </a:r>
          </a:p>
        </p:txBody>
      </p:sp>
      <p:sp>
        <p:nvSpPr>
          <p:cNvPr id="49" name="Left Bracket 48">
            <a:extLst>
              <a:ext uri="{FF2B5EF4-FFF2-40B4-BE49-F238E27FC236}">
                <a16:creationId xmlns:a16="http://schemas.microsoft.com/office/drawing/2014/main" id="{1D45267C-F2A6-CAAD-2BF9-C81BD1BA6976}"/>
              </a:ext>
            </a:extLst>
          </p:cNvPr>
          <p:cNvSpPr/>
          <p:nvPr/>
        </p:nvSpPr>
        <p:spPr>
          <a:xfrm rot="16200000">
            <a:off x="7422307" y="4720371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5FFB89F9-5972-CE72-F1EE-85967D00DC78}"/>
              </a:ext>
            </a:extLst>
          </p:cNvPr>
          <p:cNvSpPr/>
          <p:nvPr/>
        </p:nvSpPr>
        <p:spPr>
          <a:xfrm rot="16200000">
            <a:off x="10410602" y="4720371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E1640F-98A9-36B4-22AD-A141996EBCF4}"/>
              </a:ext>
            </a:extLst>
          </p:cNvPr>
          <p:cNvSpPr txBox="1"/>
          <p:nvPr/>
        </p:nvSpPr>
        <p:spPr>
          <a:xfrm>
            <a:off x="7011127" y="629423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C28F24-B987-8802-E87F-41DC185641A6}"/>
              </a:ext>
            </a:extLst>
          </p:cNvPr>
          <p:cNvSpPr txBox="1"/>
          <p:nvPr/>
        </p:nvSpPr>
        <p:spPr>
          <a:xfrm>
            <a:off x="9846914" y="6311386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graphicFrame>
        <p:nvGraphicFramePr>
          <p:cNvPr id="56" name="Table 55">
            <a:extLst>
              <a:ext uri="{FF2B5EF4-FFF2-40B4-BE49-F238E27FC236}">
                <a16:creationId xmlns:a16="http://schemas.microsoft.com/office/drawing/2014/main" id="{4DC62E9C-26CA-A712-EC2C-05478245BB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367378"/>
              </p:ext>
            </p:extLst>
          </p:nvPr>
        </p:nvGraphicFramePr>
        <p:xfrm>
          <a:off x="2138093" y="5161978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57" name="TextBox 56">
            <a:extLst>
              <a:ext uri="{FF2B5EF4-FFF2-40B4-BE49-F238E27FC236}">
                <a16:creationId xmlns:a16="http://schemas.microsoft.com/office/drawing/2014/main" id="{199F5A99-003C-A1D2-FA17-B448763CCB1B}"/>
              </a:ext>
            </a:extLst>
          </p:cNvPr>
          <p:cNvSpPr txBox="1"/>
          <p:nvPr/>
        </p:nvSpPr>
        <p:spPr>
          <a:xfrm>
            <a:off x="2392194" y="4636571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83517C3-4FB0-A1BB-6C90-2A21566467BA}"/>
              </a:ext>
            </a:extLst>
          </p:cNvPr>
          <p:cNvSpPr/>
          <p:nvPr/>
        </p:nvSpPr>
        <p:spPr>
          <a:xfrm>
            <a:off x="9427" y="5199686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0x7000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319C11-23A0-A81D-03EE-61D19E00F053}"/>
              </a:ext>
            </a:extLst>
          </p:cNvPr>
          <p:cNvSpPr txBox="1"/>
          <p:nvPr/>
        </p:nvSpPr>
        <p:spPr>
          <a:xfrm>
            <a:off x="158281" y="4753118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arr</a:t>
            </a:r>
            <a:endParaRPr lang="en-US" sz="2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E94A2F5-3BC0-EFA4-6D89-0D2269A56AD4}"/>
              </a:ext>
            </a:extLst>
          </p:cNvPr>
          <p:cNvCxnSpPr>
            <a:cxnSpLocks/>
          </p:cNvCxnSpPr>
          <p:nvPr/>
        </p:nvCxnSpPr>
        <p:spPr>
          <a:xfrm>
            <a:off x="1459746" y="5476610"/>
            <a:ext cx="6202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34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A077A89-EBCF-B5E1-7BC8-6F5CF8EE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10331"/>
              </p:ext>
            </p:extLst>
          </p:nvPr>
        </p:nvGraphicFramePr>
        <p:xfrm>
          <a:off x="5099901" y="3006203"/>
          <a:ext cx="6221688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3896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2073896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2073896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State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State</a:t>
                      </a:r>
                    </a:p>
                    <a:p>
                      <a:pPr algn="ctr"/>
                      <a:r>
                        <a:rPr lang="en-US" sz="2000" dirty="0"/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next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State</a:t>
                      </a:r>
                    </a:p>
                    <a:p>
                      <a:pPr algn="ctr"/>
                      <a:r>
                        <a:rPr lang="en-US" sz="2000" dirty="0"/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next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AEB86D-A076-D377-5713-DB140F8200CC}"/>
              </a:ext>
            </a:extLst>
          </p:cNvPr>
          <p:cNvSpPr txBox="1"/>
          <p:nvPr/>
        </p:nvSpPr>
        <p:spPr>
          <a:xfrm>
            <a:off x="6869782" y="2386528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0x9000)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1F60E4-F136-C7B9-7DDA-97451F5A017A}"/>
              </a:ext>
            </a:extLst>
          </p:cNvPr>
          <p:cNvSpPr/>
          <p:nvPr/>
        </p:nvSpPr>
        <p:spPr>
          <a:xfrm>
            <a:off x="2128158" y="3157293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0x9000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3D02A7-0D11-902C-8423-4793DA1DDA2D}"/>
              </a:ext>
            </a:extLst>
          </p:cNvPr>
          <p:cNvSpPr txBox="1"/>
          <p:nvPr/>
        </p:nvSpPr>
        <p:spPr>
          <a:xfrm>
            <a:off x="2277012" y="2710725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states</a:t>
            </a:r>
          </a:p>
        </p:txBody>
      </p:sp>
    </p:spTree>
    <p:extLst>
      <p:ext uri="{BB962C8B-B14F-4D97-AF65-F5344CB8AC3E}">
        <p14:creationId xmlns:p14="http://schemas.microsoft.com/office/powerpoint/2010/main" val="1596421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780</TotalTime>
  <Words>462</Words>
  <Application>Microsoft Macintosh PowerPoint</Application>
  <PresentationFormat>Widescreen</PresentationFormat>
  <Paragraphs>258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Liting Zhang</dc:creator>
  <cp:lastModifiedBy>Liting Zhang</cp:lastModifiedBy>
  <cp:revision>53</cp:revision>
  <dcterms:created xsi:type="dcterms:W3CDTF">2026-04-04T15:02:14Z</dcterms:created>
  <dcterms:modified xsi:type="dcterms:W3CDTF">2026-09-01T15:11:50Z</dcterms:modified>
</cp:coreProperties>
</file>