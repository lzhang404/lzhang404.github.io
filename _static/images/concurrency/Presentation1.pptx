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58"/>
  </p:normalViewPr>
  <p:slideViewPr>
    <p:cSldViewPr snapToGrid="0">
      <p:cViewPr varScale="1">
        <p:scale>
          <a:sx n="120" d="100"/>
          <a:sy n="120" d="100"/>
        </p:scale>
        <p:origin x="14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E03E7-2280-D20A-2521-15B2680BA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AD32D-CE69-5DF0-4E5A-9B8F36613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A77C-4F46-8713-DFC3-C1DF75F7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9F390-3DF1-DE93-7947-F78E46E1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BB5A-9C7D-7501-D701-CBEB0059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7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E70B-FA71-654C-D425-220B64AC0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F4910-D730-E682-90CE-B5AC883F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B1890-2DC1-397A-7B6A-ED61406E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FD766-02AD-5C21-7EA7-EC3F16D1B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B5C4-3AE8-EFAF-6BF6-611B404C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8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A307-C106-CCBC-4262-737C5AAD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C17FE-FDBF-F229-2FB6-579C566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97CCC-BC65-DEBA-FF49-07D0317C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07F2E-7266-6A15-A052-4B81BDC2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32183-A31E-3F60-DAFB-318A73D3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0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F176-67A8-DA85-2CAB-DCA74AF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BADEB-394C-81CB-6973-2A370509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C838F-71D8-293D-7A16-6D79D031B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B520-551A-073F-C039-76C3B724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EF20A-9878-376C-AE2C-02F7F59B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556D2-0712-92C3-5E07-F909883A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66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77AE8-519A-F905-558E-FFF2D1C5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92C56-204F-0D47-CD11-B74734DF4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CC94C-EEDA-F083-FCB0-3C1B3E0C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8087F-568D-4583-FE88-CB76AEC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49161D-BB05-428E-7F7F-ACFC3C750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3413B0-1833-50BD-2EEC-4FDA9AFF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9BDEE6-508D-2F95-2F90-14291694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48834-0F3B-A190-1DB1-954648FB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3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54E3-C7CD-43A2-3440-FBF4A972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DC7EDE-8211-87A7-8622-758AF1CD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3E2AE-5754-7564-1A45-1192B9F53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7C435-8B67-6943-F026-C8A03564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1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61C81-F225-0DCC-5E0A-BD083400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7B7B2-4CD2-B996-633A-2DFCAD29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42EBB-37F9-CB05-9DF7-5D261D60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3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10E3E-A36B-155E-7F94-00CABC3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F72-D5DD-0F3F-CCE0-9984E1CC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5F047-5095-CA54-193C-FA34577E7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55A3E-9918-EE82-11A6-D52FADCD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2A2B8-3C5A-9DFD-6F51-7F9E61088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EB5516-EAB0-5F00-3ACA-CF2FB928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BAED4-B229-ABD2-4067-666BE1C2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E5E3A-5671-C215-6E2B-4973A68FA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4824E-41D7-B238-7733-1EC80B69E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8A330-95E8-64C4-FD37-467128525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381B-E35A-5ED3-B4E6-CD82985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BFBCB-E43D-14FB-F891-34B9086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24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ED58-EB98-7FAC-E262-7B06092D7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16BA1-86D6-B084-6C1D-89357C863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D110F-A3F5-BE53-2D06-2B82CAB3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2ED5C-7300-200C-BBF0-0920F200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D6CE3-A5C6-354A-0902-5EF8D6A28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4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BF2EB-2017-8618-98F6-D651F1472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BB8D-5E9C-380E-45FC-AAC0647E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54A3B-1E31-47D9-4F0B-F10F0E53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82AA-20BA-F802-D2C1-0F6E8D76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892B9-2BB2-97E4-4FD9-80C1BD55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06AC8-3ED7-600E-8FBE-71DA75F07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78046-7D0F-1E3E-D0AF-5CD3A02A1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D4F6C-09D9-B29A-9E79-F3F2C096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4B806-D088-C24B-BAA0-8204A6CA2F8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F1ADB-4351-2B97-97F5-F05182D7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4248A-D106-FD5C-64E2-8F50EC732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1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B106-2E74-7C70-7C4B-08BE8585C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F3091-F532-51B7-280B-95B4AF22E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00ED5D-D6EE-CAFB-BBD5-59E833CA1700}"/>
              </a:ext>
            </a:extLst>
          </p:cNvPr>
          <p:cNvCxnSpPr>
            <a:cxnSpLocks/>
          </p:cNvCxnSpPr>
          <p:nvPr/>
        </p:nvCxnSpPr>
        <p:spPr>
          <a:xfrm>
            <a:off x="2634585" y="1313124"/>
            <a:ext cx="4685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6A4B5EC-15F4-1C7E-8E8C-61FA1F66D9D4}"/>
              </a:ext>
            </a:extLst>
          </p:cNvPr>
          <p:cNvSpPr txBox="1"/>
          <p:nvPr/>
        </p:nvSpPr>
        <p:spPr>
          <a:xfrm>
            <a:off x="1941566" y="943792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E752F-9E25-8AFD-1D36-CDC8DDDDCC14}"/>
              </a:ext>
            </a:extLst>
          </p:cNvPr>
          <p:cNvSpPr txBox="1"/>
          <p:nvPr/>
        </p:nvSpPr>
        <p:spPr>
          <a:xfrm>
            <a:off x="1941564" y="1620768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F2CA4-5BBA-A177-2B13-A378F24B0B45}"/>
              </a:ext>
            </a:extLst>
          </p:cNvPr>
          <p:cNvSpPr txBox="1"/>
          <p:nvPr/>
        </p:nvSpPr>
        <p:spPr>
          <a:xfrm>
            <a:off x="1941566" y="2479021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3A3DE-C7DE-5CA6-A95C-E542E7B93699}"/>
              </a:ext>
            </a:extLst>
          </p:cNvPr>
          <p:cNvSpPr txBox="1"/>
          <p:nvPr/>
        </p:nvSpPr>
        <p:spPr>
          <a:xfrm>
            <a:off x="1936752" y="3035682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A9825-D323-55AA-CB5D-BA23FF38EAF4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Concurrent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7E116E-CF10-214F-83BA-EE679A9B24E2}"/>
              </a:ext>
            </a:extLst>
          </p:cNvPr>
          <p:cNvSpPr txBox="1"/>
          <p:nvPr/>
        </p:nvSpPr>
        <p:spPr>
          <a:xfrm>
            <a:off x="399451" y="2759757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Parallel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AA7A95B-4F90-3BAB-ECC9-7161C98AF5DE}"/>
              </a:ext>
            </a:extLst>
          </p:cNvPr>
          <p:cNvSpPr/>
          <p:nvPr/>
        </p:nvSpPr>
        <p:spPr>
          <a:xfrm>
            <a:off x="2942592" y="1657407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0413BAF-D1A9-C069-7B83-64FD680AE4D0}"/>
              </a:ext>
            </a:extLst>
          </p:cNvPr>
          <p:cNvSpPr/>
          <p:nvPr/>
        </p:nvSpPr>
        <p:spPr>
          <a:xfrm>
            <a:off x="3714197" y="1657407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8048837-72AF-257F-F2BA-6AC1D4D3ABE0}"/>
              </a:ext>
            </a:extLst>
          </p:cNvPr>
          <p:cNvSpPr/>
          <p:nvPr/>
        </p:nvSpPr>
        <p:spPr>
          <a:xfrm>
            <a:off x="5144841" y="1657305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01FE1A9-DDBB-142C-8046-A4E200F733B3}"/>
              </a:ext>
            </a:extLst>
          </p:cNvPr>
          <p:cNvSpPr/>
          <p:nvPr/>
        </p:nvSpPr>
        <p:spPr>
          <a:xfrm>
            <a:off x="4377793" y="1660953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66AB2D-F3B5-E47F-FE5E-7789F95B9AB0}"/>
              </a:ext>
            </a:extLst>
          </p:cNvPr>
          <p:cNvSpPr/>
          <p:nvPr/>
        </p:nvSpPr>
        <p:spPr>
          <a:xfrm>
            <a:off x="5808437" y="1657305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24A8EB-B257-E892-0FBB-0600A225B110}"/>
              </a:ext>
            </a:extLst>
          </p:cNvPr>
          <p:cNvSpPr/>
          <p:nvPr/>
        </p:nvSpPr>
        <p:spPr>
          <a:xfrm>
            <a:off x="6575485" y="1657900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DEC7037-12FB-18CB-0B20-1CDF3B66180B}"/>
              </a:ext>
            </a:extLst>
          </p:cNvPr>
          <p:cNvSpPr/>
          <p:nvPr/>
        </p:nvSpPr>
        <p:spPr>
          <a:xfrm>
            <a:off x="2942592" y="2515660"/>
            <a:ext cx="4128950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6748C7D-ED56-13E7-A41F-BC04D2D36565}"/>
              </a:ext>
            </a:extLst>
          </p:cNvPr>
          <p:cNvSpPr/>
          <p:nvPr/>
        </p:nvSpPr>
        <p:spPr>
          <a:xfrm>
            <a:off x="2932964" y="3072321"/>
            <a:ext cx="413857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049CFAE-5BE6-5CD4-23DF-333DC23372DD}"/>
              </a:ext>
            </a:extLst>
          </p:cNvPr>
          <p:cNvSpPr/>
          <p:nvPr/>
        </p:nvSpPr>
        <p:spPr>
          <a:xfrm>
            <a:off x="2942595" y="3625436"/>
            <a:ext cx="29149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17A0015-94C3-3902-0888-CAFD3A28AC29}"/>
              </a:ext>
            </a:extLst>
          </p:cNvPr>
          <p:cNvSpPr/>
          <p:nvPr/>
        </p:nvSpPr>
        <p:spPr>
          <a:xfrm>
            <a:off x="4677549" y="3625436"/>
            <a:ext cx="291496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8368F-2A21-B32E-E4DB-BC376AAF94BB}"/>
              </a:ext>
            </a:extLst>
          </p:cNvPr>
          <p:cNvSpPr txBox="1"/>
          <p:nvPr/>
        </p:nvSpPr>
        <p:spPr>
          <a:xfrm>
            <a:off x="3316378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5ED7C8-C9ED-91F9-1247-91C93EB537E5}"/>
              </a:ext>
            </a:extLst>
          </p:cNvPr>
          <p:cNvSpPr txBox="1"/>
          <p:nvPr/>
        </p:nvSpPr>
        <p:spPr>
          <a:xfrm>
            <a:off x="5047321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1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19372-A467-A46D-9336-9A785F5F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43334-7727-123F-96ED-31643A3572B9}"/>
              </a:ext>
            </a:extLst>
          </p:cNvPr>
          <p:cNvCxnSpPr>
            <a:cxnSpLocks/>
          </p:cNvCxnSpPr>
          <p:nvPr/>
        </p:nvCxnSpPr>
        <p:spPr>
          <a:xfrm>
            <a:off x="2018568" y="1313125"/>
            <a:ext cx="41849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0E78E3-2EF0-86B0-8A6A-84D0AF1FFC9A}"/>
              </a:ext>
            </a:extLst>
          </p:cNvPr>
          <p:cNvSpPr txBox="1"/>
          <p:nvPr/>
        </p:nvSpPr>
        <p:spPr>
          <a:xfrm>
            <a:off x="1325549" y="943793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D4C1-ACD0-EC9A-7287-D74011EC8219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54245-0C01-1577-CEEB-2FB20AA74DB6}"/>
              </a:ext>
            </a:extLst>
          </p:cNvPr>
          <p:cNvSpPr txBox="1"/>
          <p:nvPr/>
        </p:nvSpPr>
        <p:spPr>
          <a:xfrm>
            <a:off x="399451" y="2297743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B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81888A6-148F-001C-0819-C07248147150}"/>
              </a:ext>
            </a:extLst>
          </p:cNvPr>
          <p:cNvSpPr/>
          <p:nvPr/>
        </p:nvSpPr>
        <p:spPr>
          <a:xfrm>
            <a:off x="2079058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6B6865-FCD1-A9A2-1009-4C2608863A40}"/>
              </a:ext>
            </a:extLst>
          </p:cNvPr>
          <p:cNvSpPr txBox="1"/>
          <p:nvPr/>
        </p:nvSpPr>
        <p:spPr>
          <a:xfrm>
            <a:off x="399448" y="3027659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Counter</a:t>
            </a:r>
            <a:endParaRPr lang="en-US" b="1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FEA42-F555-F425-C28A-997AA71A3C90}"/>
              </a:ext>
            </a:extLst>
          </p:cNvPr>
          <p:cNvSpPr/>
          <p:nvPr/>
        </p:nvSpPr>
        <p:spPr>
          <a:xfrm>
            <a:off x="4360385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5453-DCC3-015B-55F0-6E417CE3C4F9}"/>
              </a:ext>
            </a:extLst>
          </p:cNvPr>
          <p:cNvSpPr/>
          <p:nvPr/>
        </p:nvSpPr>
        <p:spPr>
          <a:xfrm>
            <a:off x="2079058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A9ED2B-270F-F173-5A14-28D6867C88C9}"/>
              </a:ext>
            </a:extLst>
          </p:cNvPr>
          <p:cNvCxnSpPr>
            <a:stCxn id="16" idx="3"/>
            <a:endCxn id="3" idx="1"/>
          </p:cNvCxnSpPr>
          <p:nvPr/>
        </p:nvCxnSpPr>
        <p:spPr>
          <a:xfrm>
            <a:off x="2932964" y="1805434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9096FB-76BE-B9E7-91A8-DD9CF5BD609E}"/>
              </a:ext>
            </a:extLst>
          </p:cNvPr>
          <p:cNvSpPr/>
          <p:nvPr/>
        </p:nvSpPr>
        <p:spPr>
          <a:xfrm>
            <a:off x="3080155" y="2334382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1748CD-A862-B85D-3E42-3D99AD6133B4}"/>
              </a:ext>
            </a:extLst>
          </p:cNvPr>
          <p:cNvSpPr/>
          <p:nvPr/>
        </p:nvSpPr>
        <p:spPr>
          <a:xfrm>
            <a:off x="5410684" y="2327496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155C93-DF9C-6F18-0015-7C292D13C25B}"/>
              </a:ext>
            </a:extLst>
          </p:cNvPr>
          <p:cNvCxnSpPr/>
          <p:nvPr/>
        </p:nvCxnSpPr>
        <p:spPr>
          <a:xfrm>
            <a:off x="3958662" y="2491127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A7ECAE-ABF3-371B-02C5-C5DF6FC0454E}"/>
              </a:ext>
            </a:extLst>
          </p:cNvPr>
          <p:cNvSpPr/>
          <p:nvPr/>
        </p:nvSpPr>
        <p:spPr>
          <a:xfrm>
            <a:off x="4218078" y="306585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FB17E3-D6BE-3A28-BB57-4A85C056EFC1}"/>
              </a:ext>
            </a:extLst>
          </p:cNvPr>
          <p:cNvSpPr/>
          <p:nvPr/>
        </p:nvSpPr>
        <p:spPr>
          <a:xfrm>
            <a:off x="5410684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584F0A-381B-3735-A183-39BA077C739A}"/>
              </a:ext>
            </a:extLst>
          </p:cNvPr>
          <p:cNvSpPr/>
          <p:nvPr/>
        </p:nvSpPr>
        <p:spPr>
          <a:xfrm>
            <a:off x="3219721" y="1660871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543A3-AA0F-AE26-9640-37CC724AA98F}"/>
              </a:ext>
            </a:extLst>
          </p:cNvPr>
          <p:cNvSpPr/>
          <p:nvPr/>
        </p:nvSpPr>
        <p:spPr>
          <a:xfrm>
            <a:off x="4245419" y="2343100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56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6536D5-38C5-7837-3A86-F5FB1D07C056}"/>
              </a:ext>
            </a:extLst>
          </p:cNvPr>
          <p:cNvSpPr/>
          <p:nvPr/>
        </p:nvSpPr>
        <p:spPr>
          <a:xfrm>
            <a:off x="887599" y="1200207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CAF47C-5CD2-1EF8-B677-AF0FF7B317D7}"/>
              </a:ext>
            </a:extLst>
          </p:cNvPr>
          <p:cNvSpPr/>
          <p:nvPr/>
        </p:nvSpPr>
        <p:spPr>
          <a:xfrm>
            <a:off x="3205684" y="2506474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66015-8974-CCF5-44C5-900A0CD9ED29}"/>
              </a:ext>
            </a:extLst>
          </p:cNvPr>
          <p:cNvSpPr/>
          <p:nvPr/>
        </p:nvSpPr>
        <p:spPr>
          <a:xfrm>
            <a:off x="3205684" y="1200207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4F6337-F009-451F-9AE9-E1E6082146A3}"/>
              </a:ext>
            </a:extLst>
          </p:cNvPr>
          <p:cNvSpPr/>
          <p:nvPr/>
        </p:nvSpPr>
        <p:spPr>
          <a:xfrm>
            <a:off x="887599" y="2506474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985AD8-1DD2-B7CB-9B84-156600B6BE9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987617" y="1348234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02A03A-B009-1A32-5B37-4031A42A5F8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1987617" y="2654501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AC3E4C-19A0-F722-903F-DCC4C635507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437608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3874F-6141-68AE-BE90-1B29BE961E9C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V="1">
            <a:off x="3755693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7118B1-EB98-CDCC-91FB-26C1F8F8404C}"/>
              </a:ext>
            </a:extLst>
          </p:cNvPr>
          <p:cNvSpPr txBox="1"/>
          <p:nvPr/>
        </p:nvSpPr>
        <p:spPr>
          <a:xfrm>
            <a:off x="2228485" y="1015541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1D3200-5877-91AF-2119-0F1DF57237BD}"/>
              </a:ext>
            </a:extLst>
          </p:cNvPr>
          <p:cNvSpPr txBox="1"/>
          <p:nvPr/>
        </p:nvSpPr>
        <p:spPr>
          <a:xfrm>
            <a:off x="2228485" y="2321808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CC3856-C2C0-96F8-3506-69D29F85F947}"/>
              </a:ext>
            </a:extLst>
          </p:cNvPr>
          <p:cNvSpPr txBox="1"/>
          <p:nvPr/>
        </p:nvSpPr>
        <p:spPr>
          <a:xfrm>
            <a:off x="682025" y="1792315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0CCEB5-D00B-79E8-6458-8A31D12D3EF1}"/>
              </a:ext>
            </a:extLst>
          </p:cNvPr>
          <p:cNvSpPr txBox="1"/>
          <p:nvPr/>
        </p:nvSpPr>
        <p:spPr>
          <a:xfrm>
            <a:off x="2907310" y="1786130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40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C533B5C-7BA4-2A34-F954-B0CD06326C3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E5A65-926D-15A2-73C7-A492F168716C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BBCF61-F159-6908-D1DE-0613F0B1B75A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9D4E4-03F8-E449-829D-7820D6DCD871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F98E5B-F862-AA5B-1499-39CA1F295BE1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C9084-894B-ECBD-0C4A-0827F8E1A884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F694692-9CA1-18D6-D1FA-FA030B0B171B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BD3F4-3E9B-2628-5744-2D0FE8A11B0C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694930-E9E0-846B-8687-1856BF6E7286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DB3F5-9302-2C4C-8198-E80848F5838A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57B426-DF79-C65E-E057-5267CEF171A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3BA89-DD98-4F31-412A-4026EE1CA077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9E40D6-0519-AF5C-7F3C-8602BEE7F4E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7DEDAC-A879-30D1-7031-CE182F3D69F5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9FDC4F-0D35-9BDB-47B8-1BDDBF5EE127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A714884-529E-6B6F-E1C4-BC956AD9A2C2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8194E1-A22D-6804-8CA5-ABACCCA2790F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7055969-560A-3FDB-C216-27CE2C2D5CD5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017A13A-F2D2-FDD3-7A18-958E17A2BA6A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855EA24-A94E-656C-D33E-7216CF047159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8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440-686F-94C6-9597-7356FB54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4235D66-6DB1-A23A-E485-FBA0AF451C0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60480-7EDB-D434-BEBC-2C1DCCB42A08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87FFC8-658B-E258-7BBD-83EC93A35901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F312A5-2597-64BB-0C0B-A36FC4B3863F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F2E11A-4429-927F-50BA-F4DCA30BA3A9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A8F3A-2731-8E20-B1BD-D1C76F86C7BE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6BC018-2474-5D82-6F48-E4F497670B4D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683CE1-CB38-9755-B6AE-06C69ABD9854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1E28EA-5CC8-2A45-1D6E-581FFD639B51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13771-FB9A-7FF4-D551-ABE2A3B993E4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D631C-E30D-4249-E5DF-C2632E67B83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070938-2C48-BBB2-902D-2E94D51581EE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7B93F7A-F139-A093-9EA4-2A840B073100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F2CF5B-F49C-3990-6D42-585C1D53CEC6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2AAFC7-55C9-C1B1-756D-837A96E594E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3EFD07-7B6F-3782-56AD-0D35E88BFCB5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4FB7B8-AFBC-4E98-6276-E622B805C736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4957F-0844-A222-0720-01502F817DFB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C0C8F5-67A9-50E6-8E63-5A3C9499B9E1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77108E0-2F8E-6F0D-82A0-2EF824981174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800D8F-9D55-A8D7-248F-3FBE2BB876B7}"/>
              </a:ext>
            </a:extLst>
          </p:cNvPr>
          <p:cNvSpPr txBox="1"/>
          <p:nvPr/>
        </p:nvSpPr>
        <p:spPr>
          <a:xfrm>
            <a:off x="5365411" y="124063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013B7-91E3-2191-6738-D3D23FFEE6FD}"/>
              </a:ext>
            </a:extLst>
          </p:cNvPr>
          <p:cNvSpPr txBox="1"/>
          <p:nvPr/>
        </p:nvSpPr>
        <p:spPr>
          <a:xfrm>
            <a:off x="6194368" y="2222563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869E77-0D9F-A823-C5A8-49AF65B3F37D}"/>
              </a:ext>
            </a:extLst>
          </p:cNvPr>
          <p:cNvSpPr txBox="1"/>
          <p:nvPr/>
        </p:nvSpPr>
        <p:spPr>
          <a:xfrm>
            <a:off x="4692502" y="2067796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5A424-8E14-42B1-EAA4-4E3F547CC213}"/>
              </a:ext>
            </a:extLst>
          </p:cNvPr>
          <p:cNvSpPr txBox="1"/>
          <p:nvPr/>
        </p:nvSpPr>
        <p:spPr>
          <a:xfrm>
            <a:off x="3440015" y="208636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E4B6F-59EE-9F96-FB6A-5A96AB9E4D91}"/>
              </a:ext>
            </a:extLst>
          </p:cNvPr>
          <p:cNvSpPr txBox="1"/>
          <p:nvPr/>
        </p:nvSpPr>
        <p:spPr>
          <a:xfrm>
            <a:off x="3018117" y="102371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3ABB9-8F19-04C1-1158-2F239A4AEFE2}"/>
              </a:ext>
            </a:extLst>
          </p:cNvPr>
          <p:cNvSpPr txBox="1"/>
          <p:nvPr/>
        </p:nvSpPr>
        <p:spPr>
          <a:xfrm>
            <a:off x="4874611" y="2825547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7B961-C386-F9EF-C44A-8E8204008B3A}"/>
              </a:ext>
            </a:extLst>
          </p:cNvPr>
          <p:cNvSpPr txBox="1"/>
          <p:nvPr/>
        </p:nvSpPr>
        <p:spPr>
          <a:xfrm>
            <a:off x="3394877" y="2950428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E58AB-2C9F-C1B7-B119-2E8E545BC588}"/>
              </a:ext>
            </a:extLst>
          </p:cNvPr>
          <p:cNvSpPr txBox="1"/>
          <p:nvPr/>
        </p:nvSpPr>
        <p:spPr>
          <a:xfrm>
            <a:off x="2321057" y="2044402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69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876-CE7F-D3A6-AF32-CB31929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A1424D-F614-90BB-D8C8-1D821C7B05F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52F8D-1DA6-0165-B09B-425A88FEC70A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822FC-7E54-5DE7-A378-42A0B3524772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67C63-C1D2-99B7-8B16-A76469E0035C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571F52-FEE6-F862-88B2-5471DECB1D86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85AE5-7433-6441-8A41-CA5EC36E6958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831626-78BF-E809-8019-4DA53EC392D8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B8A78-55C1-FE4B-A73A-9B233361D458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483B8-3025-9B0D-6FE4-D9FBDAAA934D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037E07-B58E-EEFF-1F93-FB7FD5EEA0BF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4A0ECA-0968-D0A8-2207-E4C81EDF3DF8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F5A88C-C756-2035-0090-EFA7742128A6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EB9246-495B-594C-C1DB-D624FD37FB0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6769-E2DE-2B7D-F54F-E41FAAD950BC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1B1612-8C90-518C-06BE-265FBC087474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9A387E-7285-94F9-31A0-0EB9C7C22BD9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332D249-FE75-F011-2AD0-25DB423E1E3B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9D10F90-B59E-8221-861B-FDC88B575F99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752AEA-B228-C6A1-72FA-AC1A02A4AF08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03C5E1F-450D-F499-04F8-F0DFE3AE6A25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3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84F6-5620-40AB-2895-806927E86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F2BBDC2-114D-17C3-509C-9395AACCC3FE}"/>
              </a:ext>
            </a:extLst>
          </p:cNvPr>
          <p:cNvSpPr/>
          <p:nvPr/>
        </p:nvSpPr>
        <p:spPr>
          <a:xfrm>
            <a:off x="5994101" y="175970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DEAAB-9E5E-A12D-A0BB-334ADE1408B8}"/>
              </a:ext>
            </a:extLst>
          </p:cNvPr>
          <p:cNvSpPr txBox="1"/>
          <p:nvPr/>
        </p:nvSpPr>
        <p:spPr>
          <a:xfrm>
            <a:off x="5939305" y="2011512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F9B82F-CD76-E616-8AF6-55C7AD19662C}"/>
              </a:ext>
            </a:extLst>
          </p:cNvPr>
          <p:cNvSpPr/>
          <p:nvPr/>
        </p:nvSpPr>
        <p:spPr>
          <a:xfrm>
            <a:off x="7975301" y="1682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866BF0-AFCF-4DE4-80D5-458805957AB4}"/>
              </a:ext>
            </a:extLst>
          </p:cNvPr>
          <p:cNvSpPr txBox="1"/>
          <p:nvPr/>
        </p:nvSpPr>
        <p:spPr>
          <a:xfrm>
            <a:off x="7948965" y="1933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009D-E21F-1E2D-9301-2CB34AB31A5E}"/>
              </a:ext>
            </a:extLst>
          </p:cNvPr>
          <p:cNvSpPr/>
          <p:nvPr/>
        </p:nvSpPr>
        <p:spPr>
          <a:xfrm>
            <a:off x="6451300" y="330415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B86D7-F3C0-FD04-BCE1-818692D6FA7C}"/>
              </a:ext>
            </a:extLst>
          </p:cNvPr>
          <p:cNvSpPr txBox="1"/>
          <p:nvPr/>
        </p:nvSpPr>
        <p:spPr>
          <a:xfrm>
            <a:off x="6451301" y="356130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DBAC02-E2B0-B898-C80B-0A2D4D57CA9E}"/>
              </a:ext>
            </a:extLst>
          </p:cNvPr>
          <p:cNvSpPr/>
          <p:nvPr/>
        </p:nvSpPr>
        <p:spPr>
          <a:xfrm>
            <a:off x="9562611" y="334256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9898A-942B-0ABF-D691-EEABD03CEC57}"/>
              </a:ext>
            </a:extLst>
          </p:cNvPr>
          <p:cNvSpPr txBox="1"/>
          <p:nvPr/>
        </p:nvSpPr>
        <p:spPr>
          <a:xfrm>
            <a:off x="9562610" y="358103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09F960-2B3A-7C9D-3847-39283876E35C}"/>
              </a:ext>
            </a:extLst>
          </p:cNvPr>
          <p:cNvSpPr/>
          <p:nvPr/>
        </p:nvSpPr>
        <p:spPr>
          <a:xfrm>
            <a:off x="10629412" y="207675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6BE60E-01A1-9887-631E-41A837DE3AA8}"/>
              </a:ext>
            </a:extLst>
          </p:cNvPr>
          <p:cNvSpPr txBox="1"/>
          <p:nvPr/>
        </p:nvSpPr>
        <p:spPr>
          <a:xfrm>
            <a:off x="10629411" y="233389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904A84-E3B7-6C2E-8978-9C95BC8AA88B}"/>
              </a:ext>
            </a:extLst>
          </p:cNvPr>
          <p:cNvSpPr/>
          <p:nvPr/>
        </p:nvSpPr>
        <p:spPr>
          <a:xfrm>
            <a:off x="8082876" y="40472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DB234-EE72-FE3E-E5C4-DC5456517FB1}"/>
              </a:ext>
            </a:extLst>
          </p:cNvPr>
          <p:cNvSpPr txBox="1"/>
          <p:nvPr/>
        </p:nvSpPr>
        <p:spPr>
          <a:xfrm>
            <a:off x="8082877" y="430443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442B28-D973-5772-DC9A-CD3FB6C70B4E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8889701" y="2139211"/>
            <a:ext cx="1739710" cy="394742"/>
          </a:xfrm>
          <a:prstGeom prst="line">
            <a:avLst/>
          </a:prstGeom>
          <a:ln w="25400">
            <a:solidFill>
              <a:schemeClr val="accent5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A4000B1-9B74-E262-5C93-678E2DCEDB40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8755790" y="2462500"/>
            <a:ext cx="940732" cy="1013979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9CEB28-0E54-2A58-38A6-E4EAB848494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10019811" y="2857242"/>
            <a:ext cx="743512" cy="485326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F59DEF-28D1-4FA3-3D3B-03D81F9C8763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8863365" y="3799768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8A58372-5A35-417B-166F-B657BA352F83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6908501" y="2139211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055BD2-ADA6-5FC2-7F42-955A13F0309C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7231789" y="2462500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C548B2-E69D-C4D4-9857-A474A10050B6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6451301" y="2674105"/>
            <a:ext cx="133910" cy="763962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E4DA1F-75A7-1905-BE08-751D2B1240A2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7231789" y="4084645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AC85133-3A49-EC07-D7B7-0A183BAF8CCB}"/>
              </a:ext>
            </a:extLst>
          </p:cNvPr>
          <p:cNvSpPr/>
          <p:nvPr/>
        </p:nvSpPr>
        <p:spPr>
          <a:xfrm>
            <a:off x="702984" y="188783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1532D-6AA8-822B-F8E6-BC1448C2B8D2}"/>
              </a:ext>
            </a:extLst>
          </p:cNvPr>
          <p:cNvSpPr txBox="1"/>
          <p:nvPr/>
        </p:nvSpPr>
        <p:spPr>
          <a:xfrm>
            <a:off x="648188" y="2139641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10</a:t>
            </a:r>
            <a:endParaRPr lang="en-US" sz="20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F1F5BC9-0810-5060-1EF5-C203423967F0}"/>
              </a:ext>
            </a:extLst>
          </p:cNvPr>
          <p:cNvSpPr/>
          <p:nvPr/>
        </p:nvSpPr>
        <p:spPr>
          <a:xfrm>
            <a:off x="2684184" y="181014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A56F5-A075-0CC5-E57B-E520439670F2}"/>
              </a:ext>
            </a:extLst>
          </p:cNvPr>
          <p:cNvSpPr txBox="1"/>
          <p:nvPr/>
        </p:nvSpPr>
        <p:spPr>
          <a:xfrm>
            <a:off x="2657848" y="206194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Field</a:t>
            </a:r>
            <a:endParaRPr lang="en-US" sz="20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281E10D-EEEA-6B17-5A0C-A5721335D2BF}"/>
              </a:ext>
            </a:extLst>
          </p:cNvPr>
          <p:cNvSpPr/>
          <p:nvPr/>
        </p:nvSpPr>
        <p:spPr>
          <a:xfrm>
            <a:off x="1160183" y="34322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570228-D05B-80FA-4595-0ED9C596AE4D}"/>
              </a:ext>
            </a:extLst>
          </p:cNvPr>
          <p:cNvSpPr txBox="1"/>
          <p:nvPr/>
        </p:nvSpPr>
        <p:spPr>
          <a:xfrm>
            <a:off x="1160184" y="368943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Pool</a:t>
            </a:r>
            <a:endParaRPr lang="en-US" sz="20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50C03E2-D699-BE46-1F78-72FECE7C1148}"/>
              </a:ext>
            </a:extLst>
          </p:cNvPr>
          <p:cNvSpPr/>
          <p:nvPr/>
        </p:nvSpPr>
        <p:spPr>
          <a:xfrm>
            <a:off x="4518306" y="28007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2DEF57-D800-73E5-D702-677A950F6574}"/>
              </a:ext>
            </a:extLst>
          </p:cNvPr>
          <p:cNvSpPr txBox="1"/>
          <p:nvPr/>
        </p:nvSpPr>
        <p:spPr>
          <a:xfrm>
            <a:off x="4518305" y="303921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Park</a:t>
            </a:r>
            <a:endParaRPr lang="en-US" sz="20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2222FC9-9144-D198-3566-742A831061E4}"/>
              </a:ext>
            </a:extLst>
          </p:cNvPr>
          <p:cNvSpPr/>
          <p:nvPr/>
        </p:nvSpPr>
        <p:spPr>
          <a:xfrm>
            <a:off x="3007473" y="37151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0176E-0026-F52B-6144-28CFB9C74A92}"/>
              </a:ext>
            </a:extLst>
          </p:cNvPr>
          <p:cNvSpPr txBox="1"/>
          <p:nvPr/>
        </p:nvSpPr>
        <p:spPr>
          <a:xfrm>
            <a:off x="3007474" y="397228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</a:t>
            </a:r>
            <a:endParaRPr lang="en-US" sz="20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A5C38D-CB72-415C-F289-AB78CB91F094}"/>
              </a:ext>
            </a:extLst>
          </p:cNvPr>
          <p:cNvCxnSpPr>
            <a:cxnSpLocks/>
            <a:stCxn id="57" idx="5"/>
            <a:endCxn id="61" idx="1"/>
          </p:cNvCxnSpPr>
          <p:nvPr/>
        </p:nvCxnSpPr>
        <p:spPr>
          <a:xfrm>
            <a:off x="3464673" y="2590629"/>
            <a:ext cx="1187544" cy="344026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8780A18-F6FA-814C-5C71-FA9EDB5462C8}"/>
              </a:ext>
            </a:extLst>
          </p:cNvPr>
          <p:cNvCxnSpPr>
            <a:cxnSpLocks/>
            <a:stCxn id="65" idx="7"/>
            <a:endCxn id="61" idx="2"/>
          </p:cNvCxnSpPr>
          <p:nvPr/>
        </p:nvCxnSpPr>
        <p:spPr>
          <a:xfrm flipV="1">
            <a:off x="3787962" y="3257944"/>
            <a:ext cx="730344" cy="591111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4B05371-D5C7-732D-4896-9E9069B82F90}"/>
              </a:ext>
            </a:extLst>
          </p:cNvPr>
          <p:cNvCxnSpPr>
            <a:cxnSpLocks/>
            <a:stCxn id="55" idx="6"/>
            <a:endCxn id="57" idx="2"/>
          </p:cNvCxnSpPr>
          <p:nvPr/>
        </p:nvCxnSpPr>
        <p:spPr>
          <a:xfrm flipV="1">
            <a:off x="1617384" y="2267340"/>
            <a:ext cx="1066800" cy="77694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3439D96-3876-72C6-32AB-F46AD52B9322}"/>
              </a:ext>
            </a:extLst>
          </p:cNvPr>
          <p:cNvCxnSpPr>
            <a:cxnSpLocks/>
            <a:stCxn id="59" idx="7"/>
            <a:endCxn id="57" idx="3"/>
          </p:cNvCxnSpPr>
          <p:nvPr/>
        </p:nvCxnSpPr>
        <p:spPr>
          <a:xfrm flipV="1">
            <a:off x="1940672" y="2590629"/>
            <a:ext cx="877423" cy="975567"/>
          </a:xfrm>
          <a:prstGeom prst="line">
            <a:avLst/>
          </a:prstGeom>
          <a:ln w="25400">
            <a:solidFill>
              <a:schemeClr val="tx1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C3D903-AA65-B118-E900-606223F293C0}"/>
              </a:ext>
            </a:extLst>
          </p:cNvPr>
          <p:cNvCxnSpPr>
            <a:cxnSpLocks/>
            <a:stCxn id="55" idx="4"/>
            <a:endCxn id="59" idx="1"/>
          </p:cNvCxnSpPr>
          <p:nvPr/>
        </p:nvCxnSpPr>
        <p:spPr>
          <a:xfrm>
            <a:off x="1160184" y="2802234"/>
            <a:ext cx="133910" cy="763962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CEDF45C-9F6A-6524-BDA9-083BA92D8A3B}"/>
              </a:ext>
            </a:extLst>
          </p:cNvPr>
          <p:cNvCxnSpPr>
            <a:cxnSpLocks/>
            <a:stCxn id="60" idx="3"/>
            <a:endCxn id="66" idx="1"/>
          </p:cNvCxnSpPr>
          <p:nvPr/>
        </p:nvCxnSpPr>
        <p:spPr>
          <a:xfrm>
            <a:off x="2074584" y="3889485"/>
            <a:ext cx="932890" cy="28285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2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0A4B2-6C68-AF44-B089-8E2B16A9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11D9CBB-B9A2-5DDD-F428-69F98F76BFDF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AF24-9C3E-A40E-02A9-3F18094DB9E8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129B-F381-6824-A5B8-203C447B33A2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B7B4-213D-32C5-46F5-1A6806E2AB1C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D38ACA8-4BCA-FE4D-65F7-9BACAE5B016B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5006B-B88D-8827-6042-FAE06FF5EEE4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BFC8AD-E027-C69B-C771-D7123278EAC3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583F50-30F9-5B5F-E9DB-EA99A28FEEB5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BCE90C-4974-F72F-9D19-624EDD9D685F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7F98D-CD15-5213-716F-E80047F3BEAA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72786-E80F-A8F8-EB58-0853E3E403F7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CCF8A-39CD-3AE7-2363-117E97DD7891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A91F37-791E-9FB0-25F9-D6189FFF83BD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F508A4-17C9-EB21-C724-3D46A41E8980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F0B46-6E74-B089-895B-CFF89BBD3DAE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329B407-58E0-74E1-8315-4ED44ADD2142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4786C3-FDA3-B101-5AC9-4D13996D140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C98693-D22A-46E7-0F7A-8279F9441281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7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16AE-812B-2745-DDF6-4D506FF9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46DB325-4EE8-7654-AC2D-6B1CA58B0D5A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9A1D-BD89-800F-B914-B85B5B8E0DB3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8B6F2D-FC39-3AE2-FA15-9008BD992843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2A9A18-11AD-3B86-5B6B-10846DA2AAB0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C147F-CC30-C89D-97E3-05DD504965E0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63EA4-9D2E-ACB3-47A4-DB6BDBCC6DBD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52A020-DC83-9268-CC42-E24448424F96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68D55-8E90-4628-63E1-6394F03C8878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7E0522-7635-223C-91D3-4D201FC59359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199169-77B6-DE45-2B09-99B62134679E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798104-175A-BAB0-BE99-500AAFA831F4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43139-3970-545F-1D55-A508F8607DAB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BD50C-CA1F-CF79-404E-C6C11873D4FC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2A447F-8EB7-157E-ED36-8BD132E4E005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1FE7F9-49E1-F749-1E17-75DCAE38ED9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2D72512-D1EB-9AFD-4964-03DB8FE7F8C6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FF93FC-54AC-8187-1ADC-B852F51607D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A7CA2A-59CE-7E46-4FB2-81780B3668E8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605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5B4E6-BE85-2BB1-8565-7658556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DE3FD9-FA6C-5A9E-68E1-55ED1F14C4F5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C5824-6149-E22C-0832-220BE1D8F80D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926B4BC-3557-D223-7755-6D3D022BB440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69D37-EF7C-51D4-967E-8A6C964DFBB6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EF811D-1F1E-67CB-7DF7-FA08CAE59717}"/>
              </a:ext>
            </a:extLst>
          </p:cNvPr>
          <p:cNvSpPr/>
          <p:nvPr/>
        </p:nvSpPr>
        <p:spPr>
          <a:xfrm>
            <a:off x="2686041" y="20148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0052-F9B4-5272-0CA6-74920FD4DEF5}"/>
              </a:ext>
            </a:extLst>
          </p:cNvPr>
          <p:cNvSpPr txBox="1"/>
          <p:nvPr/>
        </p:nvSpPr>
        <p:spPr>
          <a:xfrm>
            <a:off x="2681552" y="227202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F0D384-9BF5-DF42-6CD7-D8BF0DDAF171}"/>
              </a:ext>
            </a:extLst>
          </p:cNvPr>
          <p:cNvSpPr/>
          <p:nvPr/>
        </p:nvSpPr>
        <p:spPr>
          <a:xfrm>
            <a:off x="3915717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7A49D-6C4B-458B-692E-9E5E0CCFE622}"/>
              </a:ext>
            </a:extLst>
          </p:cNvPr>
          <p:cNvSpPr txBox="1"/>
          <p:nvPr/>
        </p:nvSpPr>
        <p:spPr>
          <a:xfrm>
            <a:off x="3915717" y="35489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FD2C43-66B2-191B-3959-A3ABA8379D9E}"/>
              </a:ext>
            </a:extLst>
          </p:cNvPr>
          <p:cNvSpPr/>
          <p:nvPr/>
        </p:nvSpPr>
        <p:spPr>
          <a:xfrm>
            <a:off x="5483626" y="287725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A32D3-38AD-27F3-1820-FC6509EC314C}"/>
              </a:ext>
            </a:extLst>
          </p:cNvPr>
          <p:cNvSpPr txBox="1"/>
          <p:nvPr/>
        </p:nvSpPr>
        <p:spPr>
          <a:xfrm>
            <a:off x="5483626" y="313439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23E0EF-8C2B-0055-9AE9-05576EC15C34}"/>
              </a:ext>
            </a:extLst>
          </p:cNvPr>
          <p:cNvSpPr/>
          <p:nvPr/>
        </p:nvSpPr>
        <p:spPr>
          <a:xfrm>
            <a:off x="4501608" y="146712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63BD0-C178-C27F-6D80-AC9A48FC8207}"/>
              </a:ext>
            </a:extLst>
          </p:cNvPr>
          <p:cNvSpPr txBox="1"/>
          <p:nvPr/>
        </p:nvSpPr>
        <p:spPr>
          <a:xfrm>
            <a:off x="4501608" y="172957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B93AC0-5F7E-BBF5-841F-04C1AD49D8E2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 flipV="1">
            <a:off x="2813021" y="3728664"/>
            <a:ext cx="1102696" cy="3674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7928A9-27A5-E596-EF84-CB755AB251F3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1045160" cy="31282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CBA1584-76E4-C718-9B20-EA4E67CE745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5952" y="2247611"/>
            <a:ext cx="1039567" cy="22447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86A3F26-63E1-1124-1349-EB2004A51087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D4F4476-FC77-272D-EFFD-9E5F732CE4AD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6842" cy="13391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E492A6B-2C8C-3D0C-978C-E4033D5FA9C5}"/>
              </a:ext>
            </a:extLst>
          </p:cNvPr>
          <p:cNvCxnSpPr>
            <a:cxnSpLocks/>
            <a:stCxn id="20" idx="5"/>
            <a:endCxn id="18" idx="1"/>
          </p:cNvCxnSpPr>
          <p:nvPr/>
        </p:nvCxnSpPr>
        <p:spPr>
          <a:xfrm>
            <a:off x="5282097" y="2247611"/>
            <a:ext cx="335440" cy="76355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F443CC6-4C20-2283-1424-946A4BE7F0CA}"/>
              </a:ext>
            </a:extLst>
          </p:cNvPr>
          <p:cNvSpPr/>
          <p:nvPr/>
        </p:nvSpPr>
        <p:spPr>
          <a:xfrm>
            <a:off x="1898621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C0A2-5471-ABC2-741C-9DBEFB5686F8}"/>
              </a:ext>
            </a:extLst>
          </p:cNvPr>
          <p:cNvSpPr txBox="1"/>
          <p:nvPr/>
        </p:nvSpPr>
        <p:spPr>
          <a:xfrm>
            <a:off x="1898621" y="35653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ED85C-D22F-B266-B1D9-75DDBC230847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>
            <a:off x="1441421" y="2472082"/>
            <a:ext cx="591111" cy="933293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7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359D3-9697-F70F-ED9B-C93C2F17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0326-6830-406B-8614-EA192666782B}"/>
              </a:ext>
            </a:extLst>
          </p:cNvPr>
          <p:cNvSpPr/>
          <p:nvPr/>
        </p:nvSpPr>
        <p:spPr>
          <a:xfrm>
            <a:off x="984221" y="156365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54BAD7-12D9-0CFC-40AE-6B72B3901A84}"/>
              </a:ext>
            </a:extLst>
          </p:cNvPr>
          <p:cNvSpPr txBox="1"/>
          <p:nvPr/>
        </p:nvSpPr>
        <p:spPr>
          <a:xfrm>
            <a:off x="929425" y="1815465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FE9E3C-313D-50B2-621D-AED04EE8D7D5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1A290-07D2-7448-E55F-368A8633BF7F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D6265-182F-EA7E-B1BE-A3215EADEF6A}"/>
              </a:ext>
            </a:extLst>
          </p:cNvPr>
          <p:cNvSpPr/>
          <p:nvPr/>
        </p:nvSpPr>
        <p:spPr>
          <a:xfrm>
            <a:off x="2474552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DD6D3-5AD1-5A9F-938F-11069596DA53}"/>
              </a:ext>
            </a:extLst>
          </p:cNvPr>
          <p:cNvSpPr txBox="1"/>
          <p:nvPr/>
        </p:nvSpPr>
        <p:spPr>
          <a:xfrm>
            <a:off x="2470063" y="24727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DF94D7-F34F-DD2F-3A87-171AA529B469}"/>
              </a:ext>
            </a:extLst>
          </p:cNvPr>
          <p:cNvSpPr/>
          <p:nvPr/>
        </p:nvSpPr>
        <p:spPr>
          <a:xfrm>
            <a:off x="4387555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307D5B-EB29-0F43-8071-F1532582D12C}"/>
              </a:ext>
            </a:extLst>
          </p:cNvPr>
          <p:cNvSpPr txBox="1"/>
          <p:nvPr/>
        </p:nvSpPr>
        <p:spPr>
          <a:xfrm>
            <a:off x="4387555" y="249306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9D314-8A21-0208-0818-6BA951E5FEEC}"/>
              </a:ext>
            </a:extLst>
          </p:cNvPr>
          <p:cNvSpPr/>
          <p:nvPr/>
        </p:nvSpPr>
        <p:spPr>
          <a:xfrm>
            <a:off x="5843358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D87535-9180-CF9C-4586-512E79E6508F}"/>
              </a:ext>
            </a:extLst>
          </p:cNvPr>
          <p:cNvSpPr txBox="1"/>
          <p:nvPr/>
        </p:nvSpPr>
        <p:spPr>
          <a:xfrm>
            <a:off x="5843358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C53E42-FC5A-6A35-7846-E5C98B5D6461}"/>
              </a:ext>
            </a:extLst>
          </p:cNvPr>
          <p:cNvSpPr/>
          <p:nvPr/>
        </p:nvSpPr>
        <p:spPr>
          <a:xfrm>
            <a:off x="4394465" y="7083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DA0A2-1B2B-6D09-86BB-D1FD8A3F42BA}"/>
              </a:ext>
            </a:extLst>
          </p:cNvPr>
          <p:cNvSpPr txBox="1"/>
          <p:nvPr/>
        </p:nvSpPr>
        <p:spPr>
          <a:xfrm>
            <a:off x="4394465" y="97083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0E371F-6B2F-4B59-52A5-6226128D2CAE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388952" y="2672775"/>
            <a:ext cx="9986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94CEC4-023D-391B-0A00-8BCDA63ED9E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 flipV="1">
            <a:off x="3236193" y="1170894"/>
            <a:ext cx="1158272" cy="73163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AB8139-8B0B-297A-7CD7-584C8709A6DF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33380"/>
            <a:ext cx="574097" cy="46418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50D37BA-D233-2C11-6B47-8D487626A8A4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44147"/>
            <a:ext cx="705353" cy="32862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05AFF0E-E8ED-8B5D-8C84-66B31ED2A49B}"/>
              </a:ext>
            </a:extLst>
          </p:cNvPr>
          <p:cNvCxnSpPr>
            <a:cxnSpLocks/>
            <a:stCxn id="21" idx="3"/>
            <a:endCxn id="18" idx="0"/>
          </p:cNvCxnSpPr>
          <p:nvPr/>
        </p:nvCxnSpPr>
        <p:spPr>
          <a:xfrm>
            <a:off x="5308865" y="1170894"/>
            <a:ext cx="991693" cy="104468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E0BF88-7F71-1E0F-32F5-5B1E0B20310A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H="1" flipV="1">
            <a:off x="2796007" y="1690580"/>
            <a:ext cx="135745" cy="524995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85FC00-A7F2-B7A3-EE1B-95112ECC27B8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01955" y="2687779"/>
            <a:ext cx="541403" cy="533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D02FF0-730C-1EAC-D360-6E747D88D2DF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4844755" y="1622785"/>
            <a:ext cx="6910" cy="59279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AA733BD-EF6E-B993-D753-6F477CDE912B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6ACF9-2937-DCEC-AFB0-A83160434942}"/>
              </a:ext>
            </a:extLst>
          </p:cNvPr>
          <p:cNvSpPr txBox="1"/>
          <p:nvPr/>
        </p:nvSpPr>
        <p:spPr>
          <a:xfrm>
            <a:off x="1852157" y="24783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A95209-D6D3-A75E-6662-CF28E307CF41}"/>
              </a:ext>
            </a:extLst>
          </p:cNvPr>
          <p:cNvSpPr txBox="1"/>
          <p:nvPr/>
        </p:nvSpPr>
        <p:spPr>
          <a:xfrm>
            <a:off x="3535786" y="87472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43B62-F094-B1BF-B9F4-3C55E7806898}"/>
              </a:ext>
            </a:extLst>
          </p:cNvPr>
          <p:cNvSpPr txBox="1"/>
          <p:nvPr/>
        </p:nvSpPr>
        <p:spPr>
          <a:xfrm>
            <a:off x="3751550" y="26931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6D5DA8-A51D-5F7A-29E9-20D558905FC0}"/>
              </a:ext>
            </a:extLst>
          </p:cNvPr>
          <p:cNvSpPr txBox="1"/>
          <p:nvPr/>
        </p:nvSpPr>
        <p:spPr>
          <a:xfrm>
            <a:off x="5366020" y="27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9A5376-0300-6A21-4A20-105AEBB414E2}"/>
              </a:ext>
            </a:extLst>
          </p:cNvPr>
          <p:cNvSpPr txBox="1"/>
          <p:nvPr/>
        </p:nvSpPr>
        <p:spPr>
          <a:xfrm>
            <a:off x="5843358" y="145561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D57D47-0399-6A94-BA39-3A1A26EA2425}"/>
              </a:ext>
            </a:extLst>
          </p:cNvPr>
          <p:cNvSpPr txBox="1"/>
          <p:nvPr/>
        </p:nvSpPr>
        <p:spPr>
          <a:xfrm>
            <a:off x="4602855" y="180147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69E679-C448-8719-56AD-A9738906D8CA}"/>
              </a:ext>
            </a:extLst>
          </p:cNvPr>
          <p:cNvSpPr txBox="1"/>
          <p:nvPr/>
        </p:nvSpPr>
        <p:spPr>
          <a:xfrm>
            <a:off x="3035603" y="179015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17897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DC1-E23C-6E7C-5278-B025DB54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1B12C9-DA10-7FE7-488A-A9B68DC4BB3B}"/>
              </a:ext>
            </a:extLst>
          </p:cNvPr>
          <p:cNvSpPr/>
          <p:nvPr/>
        </p:nvSpPr>
        <p:spPr>
          <a:xfrm>
            <a:off x="757363" y="155666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CA54C-D5F4-FBE1-7077-D5D2DFF53755}"/>
              </a:ext>
            </a:extLst>
          </p:cNvPr>
          <p:cNvSpPr txBox="1"/>
          <p:nvPr/>
        </p:nvSpPr>
        <p:spPr>
          <a:xfrm>
            <a:off x="696552" y="182711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5FAC5-1B96-D8B1-DBD3-139AE1675AF2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B6994-2BB2-49B5-2283-17D4007FA20C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7BBAFA-618C-E52E-5DD2-6545D9F9F8EB}"/>
              </a:ext>
            </a:extLst>
          </p:cNvPr>
          <p:cNvSpPr/>
          <p:nvPr/>
        </p:nvSpPr>
        <p:spPr>
          <a:xfrm>
            <a:off x="2338807" y="223057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5324-5E3D-A6D5-6065-C6A8D1F82EB6}"/>
              </a:ext>
            </a:extLst>
          </p:cNvPr>
          <p:cNvSpPr txBox="1"/>
          <p:nvPr/>
        </p:nvSpPr>
        <p:spPr>
          <a:xfrm>
            <a:off x="2336382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DDEB1C-1265-0108-790D-CC2DF9AAED87}"/>
              </a:ext>
            </a:extLst>
          </p:cNvPr>
          <p:cNvSpPr/>
          <p:nvPr/>
        </p:nvSpPr>
        <p:spPr>
          <a:xfrm>
            <a:off x="4394465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A657DC-80F1-79F8-EB9E-90327DA6ED41}"/>
              </a:ext>
            </a:extLst>
          </p:cNvPr>
          <p:cNvSpPr txBox="1"/>
          <p:nvPr/>
        </p:nvSpPr>
        <p:spPr>
          <a:xfrm>
            <a:off x="4392040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ECD13F-AFC2-16B6-AC23-602B70275B80}"/>
              </a:ext>
            </a:extLst>
          </p:cNvPr>
          <p:cNvSpPr/>
          <p:nvPr/>
        </p:nvSpPr>
        <p:spPr>
          <a:xfrm>
            <a:off x="5850268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3E867-3694-4E43-7776-79AA6771CE34}"/>
              </a:ext>
            </a:extLst>
          </p:cNvPr>
          <p:cNvSpPr txBox="1"/>
          <p:nvPr/>
        </p:nvSpPr>
        <p:spPr>
          <a:xfrm>
            <a:off x="5850268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8FACC1-0FD9-9412-5CC1-750F81883847}"/>
              </a:ext>
            </a:extLst>
          </p:cNvPr>
          <p:cNvSpPr/>
          <p:nvPr/>
        </p:nvSpPr>
        <p:spPr>
          <a:xfrm>
            <a:off x="4394465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20ADF-D0CE-B460-DBF9-E1814D31D469}"/>
              </a:ext>
            </a:extLst>
          </p:cNvPr>
          <p:cNvSpPr txBox="1"/>
          <p:nvPr/>
        </p:nvSpPr>
        <p:spPr>
          <a:xfrm>
            <a:off x="4377451" y="103099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7AD72A-9BDA-21D2-C4B9-E4FAB4C492CB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V="1">
            <a:off x="2796007" y="1690580"/>
            <a:ext cx="0" cy="53999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169051-B23E-4648-B7CB-E4A8DA1A8F7B}"/>
              </a:ext>
            </a:extLst>
          </p:cNvPr>
          <p:cNvCxnSpPr>
            <a:cxnSpLocks/>
            <a:stCxn id="9" idx="3"/>
            <a:endCxn id="20" idx="2"/>
          </p:cNvCxnSpPr>
          <p:nvPr/>
        </p:nvCxnSpPr>
        <p:spPr>
          <a:xfrm flipV="1">
            <a:off x="3236193" y="1233380"/>
            <a:ext cx="1158272" cy="10677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FAF2A3F-2456-522B-E336-BE8686055CF8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537852" y="1233380"/>
            <a:ext cx="800955" cy="45720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7E00F22-2A1D-1526-2FD9-37C303C87795}"/>
              </a:ext>
            </a:extLst>
          </p:cNvPr>
          <p:cNvCxnSpPr>
            <a:cxnSpLocks/>
            <a:stCxn id="2" idx="5"/>
            <a:endCxn id="12" idx="2"/>
          </p:cNvCxnSpPr>
          <p:nvPr/>
        </p:nvCxnSpPr>
        <p:spPr>
          <a:xfrm>
            <a:off x="1537852" y="2337158"/>
            <a:ext cx="800955" cy="35062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C704B-82BA-4154-BE00-D73DBE071FCD}"/>
              </a:ext>
            </a:extLst>
          </p:cNvPr>
          <p:cNvCxnSpPr>
            <a:cxnSpLocks/>
            <a:stCxn id="16" idx="2"/>
            <a:endCxn id="8" idx="5"/>
          </p:cNvCxnSpPr>
          <p:nvPr/>
        </p:nvCxnSpPr>
        <p:spPr>
          <a:xfrm flipH="1" flipV="1">
            <a:off x="3119296" y="1556669"/>
            <a:ext cx="1275169" cy="1182237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718733-153C-5CAB-FC10-8D7B512F240F}"/>
              </a:ext>
            </a:extLst>
          </p:cNvPr>
          <p:cNvCxnSpPr>
            <a:cxnSpLocks/>
            <a:stCxn id="16" idx="6"/>
            <a:endCxn id="18" idx="2"/>
          </p:cNvCxnSpPr>
          <p:nvPr/>
        </p:nvCxnSpPr>
        <p:spPr>
          <a:xfrm>
            <a:off x="5308865" y="2738906"/>
            <a:ext cx="5414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629066-8469-37CF-D327-40BBB1B5133F}"/>
              </a:ext>
            </a:extLst>
          </p:cNvPr>
          <p:cNvCxnSpPr>
            <a:cxnSpLocks/>
            <a:stCxn id="20" idx="4"/>
            <a:endCxn id="16" idx="0"/>
          </p:cNvCxnSpPr>
          <p:nvPr/>
        </p:nvCxnSpPr>
        <p:spPr>
          <a:xfrm>
            <a:off x="4851665" y="1690580"/>
            <a:ext cx="0" cy="591126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8D5D5C3-DB28-AE67-84AD-CE50C3DA4DA5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62572-1C3B-F899-9D83-716F454384DD}"/>
              </a:ext>
            </a:extLst>
          </p:cNvPr>
          <p:cNvSpPr txBox="1"/>
          <p:nvPr/>
        </p:nvSpPr>
        <p:spPr>
          <a:xfrm>
            <a:off x="1713932" y="24570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09089-0C68-AF02-AA9B-54F5A8B3184C}"/>
              </a:ext>
            </a:extLst>
          </p:cNvPr>
          <p:cNvSpPr txBox="1"/>
          <p:nvPr/>
        </p:nvSpPr>
        <p:spPr>
          <a:xfrm>
            <a:off x="3535786" y="8747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2FA409-2DB2-D9D9-D1E3-9D9EFFAEDD87}"/>
              </a:ext>
            </a:extLst>
          </p:cNvPr>
          <p:cNvSpPr txBox="1"/>
          <p:nvPr/>
        </p:nvSpPr>
        <p:spPr>
          <a:xfrm>
            <a:off x="2507537" y="1842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F39EE4-0EC0-C82A-B13B-3220D082EA7C}"/>
              </a:ext>
            </a:extLst>
          </p:cNvPr>
          <p:cNvSpPr txBox="1"/>
          <p:nvPr/>
        </p:nvSpPr>
        <p:spPr>
          <a:xfrm>
            <a:off x="5372930" y="27930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D081EA-DB79-8757-C3D2-44BF1981F426}"/>
              </a:ext>
            </a:extLst>
          </p:cNvPr>
          <p:cNvSpPr txBox="1"/>
          <p:nvPr/>
        </p:nvSpPr>
        <p:spPr>
          <a:xfrm>
            <a:off x="4854017" y="1765113"/>
            <a:ext cx="518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0F0CC9-0EC6-1F62-5905-865812AFE763}"/>
              </a:ext>
            </a:extLst>
          </p:cNvPr>
          <p:cNvSpPr txBox="1"/>
          <p:nvPr/>
        </p:nvSpPr>
        <p:spPr>
          <a:xfrm>
            <a:off x="3350632" y="1960579"/>
            <a:ext cx="43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6451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143</Words>
  <Application>Microsoft Macintosh PowerPoint</Application>
  <PresentationFormat>Widescreen</PresentationFormat>
  <Paragraphs>120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Liting Zhang</dc:creator>
  <cp:lastModifiedBy>Liting Zhang</cp:lastModifiedBy>
  <cp:revision>24</cp:revision>
  <dcterms:created xsi:type="dcterms:W3CDTF">2026-04-04T15:02:14Z</dcterms:created>
  <dcterms:modified xsi:type="dcterms:W3CDTF">2026-04-20T16:46:34Z</dcterms:modified>
</cp:coreProperties>
</file>