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73"/>
  </p:normalViewPr>
  <p:slideViewPr>
    <p:cSldViewPr snapToGrid="0">
      <p:cViewPr varScale="1">
        <p:scale>
          <a:sx n="209" d="100"/>
          <a:sy n="209" d="100"/>
        </p:scale>
        <p:origin x="18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03E7-2280-D20A-2521-15B2680B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AD32D-CE69-5DF0-4E5A-9B8F36613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7A77C-4F46-8713-DFC3-C1DF75F7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F390-3DF1-DE93-7947-F78E46E1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CBB5A-9C7D-7501-D701-CBEB0059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7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E70B-FA71-654C-D425-220B64AC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F4910-D730-E682-90CE-B5AC883F7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B1890-2DC1-397A-7B6A-ED61406E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FD766-02AD-5C21-7EA7-EC3F16D1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B5C4-3AE8-EFAF-6BF6-611B404C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8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A307-C106-CCBC-4262-737C5AA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C17FE-FDBF-F229-2FB6-579C5666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97CCC-BC65-DEBA-FF49-07D0317CA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07F2E-7266-6A15-A052-4B81BDC2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32183-A31E-3F60-DAFB-318A73D3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0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F176-67A8-DA85-2CAB-DCA74AF4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BADEB-394C-81CB-6973-2A370509A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C838F-71D8-293D-7A16-6D79D031B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0B520-551A-073F-C039-76C3B724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EF20A-9878-376C-AE2C-02F7F59B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556D2-0712-92C3-5E07-F909883A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6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7AE8-519A-F905-558E-FFF2D1C5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92C56-204F-0D47-CD11-B74734DF4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CC94C-EEDA-F083-FCB0-3C1B3E0C8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8087F-568D-4583-FE88-CB76AEC0E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9161D-BB05-428E-7F7F-ACFC3C750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3413B0-1833-50BD-2EEC-4FDA9AFF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BDEE6-508D-2F95-2F90-14291694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48834-0F3B-A190-1DB1-954648FB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3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54E3-C7CD-43A2-3440-FBF4A972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C7EDE-8211-87A7-8622-758AF1CD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3E2AE-5754-7564-1A45-1192B9F53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7C435-8B67-6943-F026-C8A03564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1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61C81-F225-0DCC-5E0A-BD083400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67B7B2-4CD2-B996-633A-2DFCAD29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42EBB-37F9-CB05-9DF7-5D261D60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3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10E3E-A36B-155E-7F94-00CABC36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C8F72-D5DD-0F3F-CCE0-9984E1CC6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5F047-5095-CA54-193C-FA34577E7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55A3E-9918-EE82-11A6-D52FADCD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2A2B8-3C5A-9DFD-6F51-7F9E6108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B5516-EAB0-5F00-3ACA-CF2FB928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BAED4-B229-ABD2-4067-666BE1C2E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E5E3A-5671-C215-6E2B-4973A68FA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4824E-41D7-B238-7733-1EC80B69E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8A330-95E8-64C4-FD37-46712852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8381B-E35A-5ED3-B4E6-CD82985D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BFBCB-E43D-14FB-F891-34B9086B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2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EED58-EB98-7FAC-E262-7B06092D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16BA1-86D6-B084-6C1D-89357C863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D110F-A3F5-BE53-2D06-2B82CAB37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2ED5C-7300-200C-BBF0-0920F200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6CE3-A5C6-354A-0902-5EF8D6A2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4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BF2EB-2017-8618-98F6-D651F1472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2BB8D-5E9C-380E-45FC-AAC0647ED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54A3B-1E31-47D9-4F0B-F10F0E53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382AA-20BA-F802-D2C1-0F6E8D76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892B9-2BB2-97E4-4FD9-80C1BD55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3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06AC8-3ED7-600E-8FBE-71DA75F0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78046-7D0F-1E3E-D0AF-5CD3A02A1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D4F6C-09D9-B29A-9E79-F3F2C096B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4B806-D088-C24B-BAA0-8204A6CA2F8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F1ADB-4351-2B97-97F5-F05182D7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248A-D106-FD5C-64E2-8F50EC732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4B50C-6DD7-8641-B304-7208271D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12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B106-2E74-7C70-7C4B-08BE8585C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F3091-F532-51B7-280B-95B4AF22E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5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00ED5D-D6EE-CAFB-BBD5-59E833CA1700}"/>
              </a:ext>
            </a:extLst>
          </p:cNvPr>
          <p:cNvCxnSpPr>
            <a:cxnSpLocks/>
          </p:cNvCxnSpPr>
          <p:nvPr/>
        </p:nvCxnSpPr>
        <p:spPr>
          <a:xfrm>
            <a:off x="2634585" y="1313124"/>
            <a:ext cx="46854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A4B5EC-15F4-1C7E-8E8C-61FA1F66D9D4}"/>
              </a:ext>
            </a:extLst>
          </p:cNvPr>
          <p:cNvSpPr txBox="1"/>
          <p:nvPr/>
        </p:nvSpPr>
        <p:spPr>
          <a:xfrm>
            <a:off x="1941566" y="943792"/>
            <a:ext cx="69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E752F-9E25-8AFD-1D36-CDC8DDDDCC14}"/>
              </a:ext>
            </a:extLst>
          </p:cNvPr>
          <p:cNvSpPr txBox="1"/>
          <p:nvPr/>
        </p:nvSpPr>
        <p:spPr>
          <a:xfrm>
            <a:off x="1941564" y="1620768"/>
            <a:ext cx="92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F2CA4-5BBA-A177-2B13-A378F24B0B45}"/>
              </a:ext>
            </a:extLst>
          </p:cNvPr>
          <p:cNvSpPr txBox="1"/>
          <p:nvPr/>
        </p:nvSpPr>
        <p:spPr>
          <a:xfrm>
            <a:off x="1941566" y="2479021"/>
            <a:ext cx="92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3A3DE-C7DE-5CA6-A95C-E542E7B93699}"/>
              </a:ext>
            </a:extLst>
          </p:cNvPr>
          <p:cNvSpPr txBox="1"/>
          <p:nvPr/>
        </p:nvSpPr>
        <p:spPr>
          <a:xfrm>
            <a:off x="1936752" y="3035682"/>
            <a:ext cx="92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CA9825-D323-55AA-CB5D-BA23FF38EAF4}"/>
              </a:ext>
            </a:extLst>
          </p:cNvPr>
          <p:cNvSpPr txBox="1"/>
          <p:nvPr/>
        </p:nvSpPr>
        <p:spPr>
          <a:xfrm>
            <a:off x="399448" y="1620768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Concurrent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7E116E-CF10-214F-83BA-EE679A9B24E2}"/>
              </a:ext>
            </a:extLst>
          </p:cNvPr>
          <p:cNvSpPr txBox="1"/>
          <p:nvPr/>
        </p:nvSpPr>
        <p:spPr>
          <a:xfrm>
            <a:off x="399451" y="2759757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Parallel</a:t>
            </a:r>
            <a:endParaRPr lang="en-US" b="1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AA7A95B-4F90-3BAB-ECC9-7161C98AF5DE}"/>
              </a:ext>
            </a:extLst>
          </p:cNvPr>
          <p:cNvSpPr/>
          <p:nvPr/>
        </p:nvSpPr>
        <p:spPr>
          <a:xfrm>
            <a:off x="2942592" y="1657407"/>
            <a:ext cx="5995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0413BAF-D1A9-C069-7B83-64FD680AE4D0}"/>
              </a:ext>
            </a:extLst>
          </p:cNvPr>
          <p:cNvSpPr/>
          <p:nvPr/>
        </p:nvSpPr>
        <p:spPr>
          <a:xfrm>
            <a:off x="3714197" y="1657407"/>
            <a:ext cx="496054" cy="296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8048837-72AF-257F-F2BA-6AC1D4D3ABE0}"/>
              </a:ext>
            </a:extLst>
          </p:cNvPr>
          <p:cNvSpPr/>
          <p:nvPr/>
        </p:nvSpPr>
        <p:spPr>
          <a:xfrm>
            <a:off x="5144841" y="1657305"/>
            <a:ext cx="496054" cy="296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01FE1A9-DDBB-142C-8046-A4E200F733B3}"/>
              </a:ext>
            </a:extLst>
          </p:cNvPr>
          <p:cNvSpPr/>
          <p:nvPr/>
        </p:nvSpPr>
        <p:spPr>
          <a:xfrm>
            <a:off x="4377793" y="1660953"/>
            <a:ext cx="5995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866AB2D-F3B5-E47F-FE5E-7789F95B9AB0}"/>
              </a:ext>
            </a:extLst>
          </p:cNvPr>
          <p:cNvSpPr/>
          <p:nvPr/>
        </p:nvSpPr>
        <p:spPr>
          <a:xfrm>
            <a:off x="5808437" y="1657305"/>
            <a:ext cx="5995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D24A8EB-B257-E892-0FBB-0600A225B110}"/>
              </a:ext>
            </a:extLst>
          </p:cNvPr>
          <p:cNvSpPr/>
          <p:nvPr/>
        </p:nvSpPr>
        <p:spPr>
          <a:xfrm>
            <a:off x="6575485" y="1657900"/>
            <a:ext cx="496054" cy="296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DEC7037-12FB-18CB-0B20-1CDF3B66180B}"/>
              </a:ext>
            </a:extLst>
          </p:cNvPr>
          <p:cNvSpPr/>
          <p:nvPr/>
        </p:nvSpPr>
        <p:spPr>
          <a:xfrm>
            <a:off x="2942592" y="2515660"/>
            <a:ext cx="4128950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6748C7D-ED56-13E7-A41F-BC04D2D36565}"/>
              </a:ext>
            </a:extLst>
          </p:cNvPr>
          <p:cNvSpPr/>
          <p:nvPr/>
        </p:nvSpPr>
        <p:spPr>
          <a:xfrm>
            <a:off x="2932964" y="3072321"/>
            <a:ext cx="4138578" cy="296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049CFAE-5BE6-5CD4-23DF-333DC23372DD}"/>
              </a:ext>
            </a:extLst>
          </p:cNvPr>
          <p:cNvSpPr/>
          <p:nvPr/>
        </p:nvSpPr>
        <p:spPr>
          <a:xfrm>
            <a:off x="2942595" y="3625436"/>
            <a:ext cx="29149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17A0015-94C3-3902-0888-CAFD3A28AC29}"/>
              </a:ext>
            </a:extLst>
          </p:cNvPr>
          <p:cNvSpPr/>
          <p:nvPr/>
        </p:nvSpPr>
        <p:spPr>
          <a:xfrm>
            <a:off x="4677549" y="3625436"/>
            <a:ext cx="291496" cy="296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08368F-2A21-B32E-E4DB-BC376AAF94BB}"/>
              </a:ext>
            </a:extLst>
          </p:cNvPr>
          <p:cNvSpPr txBox="1"/>
          <p:nvPr/>
        </p:nvSpPr>
        <p:spPr>
          <a:xfrm>
            <a:off x="3316378" y="3588797"/>
            <a:ext cx="893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Task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5ED7C8-C9ED-91F9-1247-91C93EB537E5}"/>
              </a:ext>
            </a:extLst>
          </p:cNvPr>
          <p:cNvSpPr txBox="1"/>
          <p:nvPr/>
        </p:nvSpPr>
        <p:spPr>
          <a:xfrm>
            <a:off x="5047321" y="3588797"/>
            <a:ext cx="893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Task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11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19372-A467-A46D-9336-9A785F5F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A43334-7727-123F-96ED-31643A3572B9}"/>
              </a:ext>
            </a:extLst>
          </p:cNvPr>
          <p:cNvCxnSpPr>
            <a:cxnSpLocks/>
          </p:cNvCxnSpPr>
          <p:nvPr/>
        </p:nvCxnSpPr>
        <p:spPr>
          <a:xfrm>
            <a:off x="2018568" y="1313125"/>
            <a:ext cx="4184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0E78E3-2EF0-86B0-8A6A-84D0AF1FFC9A}"/>
              </a:ext>
            </a:extLst>
          </p:cNvPr>
          <p:cNvSpPr txBox="1"/>
          <p:nvPr/>
        </p:nvSpPr>
        <p:spPr>
          <a:xfrm>
            <a:off x="1325549" y="943793"/>
            <a:ext cx="69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0AD4C1-ACD0-EC9A-7287-D74011EC8219}"/>
              </a:ext>
            </a:extLst>
          </p:cNvPr>
          <p:cNvSpPr txBox="1"/>
          <p:nvPr/>
        </p:nvSpPr>
        <p:spPr>
          <a:xfrm>
            <a:off x="399448" y="1620768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Thread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54245-0C01-1577-CEEB-2FB20AA74DB6}"/>
              </a:ext>
            </a:extLst>
          </p:cNvPr>
          <p:cNvSpPr txBox="1"/>
          <p:nvPr/>
        </p:nvSpPr>
        <p:spPr>
          <a:xfrm>
            <a:off x="399451" y="2297743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Thread</a:t>
            </a:r>
            <a:r>
              <a:rPr lang="zh-CN" altLang="en-US" b="1" dirty="0"/>
              <a:t> </a:t>
            </a:r>
            <a:r>
              <a:rPr lang="en-US" altLang="zh-CN" b="1" dirty="0"/>
              <a:t>B</a:t>
            </a:r>
            <a:endParaRPr lang="en-US" b="1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81888A6-148F-001C-0819-C07248147150}"/>
              </a:ext>
            </a:extLst>
          </p:cNvPr>
          <p:cNvSpPr/>
          <p:nvPr/>
        </p:nvSpPr>
        <p:spPr>
          <a:xfrm>
            <a:off x="2079058" y="1657407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Read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6B6865-FCD1-A9A2-1009-4C2608863A40}"/>
              </a:ext>
            </a:extLst>
          </p:cNvPr>
          <p:cNvSpPr txBox="1"/>
          <p:nvPr/>
        </p:nvSpPr>
        <p:spPr>
          <a:xfrm>
            <a:off x="399448" y="3027659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Counter</a:t>
            </a:r>
            <a:endParaRPr lang="en-US" b="1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8BFEA42-F555-F425-C28A-997AA71A3C90}"/>
              </a:ext>
            </a:extLst>
          </p:cNvPr>
          <p:cNvSpPr/>
          <p:nvPr/>
        </p:nvSpPr>
        <p:spPr>
          <a:xfrm>
            <a:off x="4360385" y="1657407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Write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C65453-DCC3-015B-55F0-6E417CE3C4F9}"/>
              </a:ext>
            </a:extLst>
          </p:cNvPr>
          <p:cNvSpPr/>
          <p:nvPr/>
        </p:nvSpPr>
        <p:spPr>
          <a:xfrm>
            <a:off x="2079058" y="3064298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A9ED2B-270F-F173-5A14-28D6867C88C9}"/>
              </a:ext>
            </a:extLst>
          </p:cNvPr>
          <p:cNvCxnSpPr>
            <a:stCxn id="16" idx="3"/>
            <a:endCxn id="3" idx="1"/>
          </p:cNvCxnSpPr>
          <p:nvPr/>
        </p:nvCxnSpPr>
        <p:spPr>
          <a:xfrm>
            <a:off x="2932964" y="1805434"/>
            <a:ext cx="142742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9096FB-76BE-B9E7-91A8-DD9CF5BD609E}"/>
              </a:ext>
            </a:extLst>
          </p:cNvPr>
          <p:cNvSpPr/>
          <p:nvPr/>
        </p:nvSpPr>
        <p:spPr>
          <a:xfrm>
            <a:off x="3080155" y="2334382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Read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91748CD-A862-B85D-3E42-3D99AD6133B4}"/>
              </a:ext>
            </a:extLst>
          </p:cNvPr>
          <p:cNvSpPr/>
          <p:nvPr/>
        </p:nvSpPr>
        <p:spPr>
          <a:xfrm>
            <a:off x="5410684" y="2327496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Write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155C93-DF9C-6F18-0015-7C292D13C25B}"/>
              </a:ext>
            </a:extLst>
          </p:cNvPr>
          <p:cNvCxnSpPr/>
          <p:nvPr/>
        </p:nvCxnSpPr>
        <p:spPr>
          <a:xfrm>
            <a:off x="3958662" y="2491127"/>
            <a:ext cx="142742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CA7ECAE-ABF3-371B-02C5-C5DF6FC0454E}"/>
              </a:ext>
            </a:extLst>
          </p:cNvPr>
          <p:cNvSpPr/>
          <p:nvPr/>
        </p:nvSpPr>
        <p:spPr>
          <a:xfrm>
            <a:off x="4218078" y="3065858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5FB17E3-D6BE-3A28-BB57-4A85C056EFC1}"/>
              </a:ext>
            </a:extLst>
          </p:cNvPr>
          <p:cNvSpPr/>
          <p:nvPr/>
        </p:nvSpPr>
        <p:spPr>
          <a:xfrm>
            <a:off x="5410684" y="3064298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584F0A-381B-3735-A183-39BA077C739A}"/>
              </a:ext>
            </a:extLst>
          </p:cNvPr>
          <p:cNvSpPr/>
          <p:nvPr/>
        </p:nvSpPr>
        <p:spPr>
          <a:xfrm>
            <a:off x="3219721" y="1660871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Add 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7543A3-AA0F-AE26-9640-37CC724AA98F}"/>
              </a:ext>
            </a:extLst>
          </p:cNvPr>
          <p:cNvSpPr/>
          <p:nvPr/>
        </p:nvSpPr>
        <p:spPr>
          <a:xfrm>
            <a:off x="4245419" y="2343100"/>
            <a:ext cx="853906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Add 1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565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46536D5-38C5-7837-3A86-F5FB1D07C056}"/>
              </a:ext>
            </a:extLst>
          </p:cNvPr>
          <p:cNvSpPr/>
          <p:nvPr/>
        </p:nvSpPr>
        <p:spPr>
          <a:xfrm>
            <a:off x="887599" y="1200207"/>
            <a:ext cx="1100018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Tread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CAF47C-5CD2-1EF8-B677-AF0FF7B317D7}"/>
              </a:ext>
            </a:extLst>
          </p:cNvPr>
          <p:cNvSpPr/>
          <p:nvPr/>
        </p:nvSpPr>
        <p:spPr>
          <a:xfrm>
            <a:off x="3205684" y="2506474"/>
            <a:ext cx="1100018" cy="2960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Tread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A66015-8974-CCF5-44C5-900A0CD9ED29}"/>
              </a:ext>
            </a:extLst>
          </p:cNvPr>
          <p:cNvSpPr/>
          <p:nvPr/>
        </p:nvSpPr>
        <p:spPr>
          <a:xfrm>
            <a:off x="3205684" y="1200207"/>
            <a:ext cx="1100018" cy="296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Lock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4F6337-F009-451F-9AE9-E1E6082146A3}"/>
              </a:ext>
            </a:extLst>
          </p:cNvPr>
          <p:cNvSpPr/>
          <p:nvPr/>
        </p:nvSpPr>
        <p:spPr>
          <a:xfrm>
            <a:off x="887599" y="2506474"/>
            <a:ext cx="1100018" cy="296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Lock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985AD8-1DD2-B7CB-9B84-156600B6BE9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987617" y="1348234"/>
            <a:ext cx="12180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02A03A-B009-1A32-5B37-4031A42A5F87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1987617" y="2654501"/>
            <a:ext cx="12180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AC3E4C-19A0-F722-903F-DCC4C6355070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437608" y="1496261"/>
            <a:ext cx="0" cy="1010213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53874F-6141-68AE-BE90-1B29BE961E9C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3755693" y="1496261"/>
            <a:ext cx="0" cy="1010213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A7118B1-EB98-CDCC-91FB-26C1F8F8404C}"/>
              </a:ext>
            </a:extLst>
          </p:cNvPr>
          <p:cNvSpPr txBox="1"/>
          <p:nvPr/>
        </p:nvSpPr>
        <p:spPr>
          <a:xfrm>
            <a:off x="2228485" y="1015541"/>
            <a:ext cx="73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holds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1D3200-5877-91AF-2119-0F1DF57237BD}"/>
              </a:ext>
            </a:extLst>
          </p:cNvPr>
          <p:cNvSpPr txBox="1"/>
          <p:nvPr/>
        </p:nvSpPr>
        <p:spPr>
          <a:xfrm>
            <a:off x="2228485" y="2321808"/>
            <a:ext cx="73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holds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CC3856-C2C0-96F8-3506-69D29F85F947}"/>
              </a:ext>
            </a:extLst>
          </p:cNvPr>
          <p:cNvSpPr txBox="1"/>
          <p:nvPr/>
        </p:nvSpPr>
        <p:spPr>
          <a:xfrm>
            <a:off x="682025" y="1792315"/>
            <a:ext cx="84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wants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0CCEB5-D00B-79E8-6458-8A31D12D3EF1}"/>
              </a:ext>
            </a:extLst>
          </p:cNvPr>
          <p:cNvSpPr txBox="1"/>
          <p:nvPr/>
        </p:nvSpPr>
        <p:spPr>
          <a:xfrm>
            <a:off x="2907310" y="1786130"/>
            <a:ext cx="84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wants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40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C533B5C-7BA4-2A34-F954-B0CD06326C30}"/>
              </a:ext>
            </a:extLst>
          </p:cNvPr>
          <p:cNvSpPr/>
          <p:nvPr/>
        </p:nvSpPr>
        <p:spPr>
          <a:xfrm>
            <a:off x="1796902" y="988827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E5A65-926D-15A2-73C7-A492F168716C}"/>
              </a:ext>
            </a:extLst>
          </p:cNvPr>
          <p:cNvSpPr txBox="1"/>
          <p:nvPr/>
        </p:nvSpPr>
        <p:spPr>
          <a:xfrm>
            <a:off x="1742106" y="1240634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Library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BBCF61-F159-6908-D1DE-0613F0B1B75A}"/>
              </a:ext>
            </a:extLst>
          </p:cNvPr>
          <p:cNvSpPr/>
          <p:nvPr/>
        </p:nvSpPr>
        <p:spPr>
          <a:xfrm>
            <a:off x="3778102" y="911133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9D4E4-03F8-E449-829D-7820D6DCD871}"/>
              </a:ext>
            </a:extLst>
          </p:cNvPr>
          <p:cNvSpPr txBox="1"/>
          <p:nvPr/>
        </p:nvSpPr>
        <p:spPr>
          <a:xfrm>
            <a:off x="3751766" y="116294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Cafe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F98E5B-F862-AA5B-1499-39CA1F295BE1}"/>
              </a:ext>
            </a:extLst>
          </p:cNvPr>
          <p:cNvSpPr/>
          <p:nvPr/>
        </p:nvSpPr>
        <p:spPr>
          <a:xfrm>
            <a:off x="2254101" y="2533278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6C9084-894B-ECBD-0C4A-0827F8E1A884}"/>
              </a:ext>
            </a:extLst>
          </p:cNvPr>
          <p:cNvSpPr txBox="1"/>
          <p:nvPr/>
        </p:nvSpPr>
        <p:spPr>
          <a:xfrm>
            <a:off x="2254102" y="279042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Gym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694692-9CA1-18D6-D1FA-FA030B0B171B}"/>
              </a:ext>
            </a:extLst>
          </p:cNvPr>
          <p:cNvSpPr/>
          <p:nvPr/>
        </p:nvSpPr>
        <p:spPr>
          <a:xfrm>
            <a:off x="5365412" y="257169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BD3F4-3E9B-2628-5744-2D0FE8A11B0C}"/>
              </a:ext>
            </a:extLst>
          </p:cNvPr>
          <p:cNvSpPr txBox="1"/>
          <p:nvPr/>
        </p:nvSpPr>
        <p:spPr>
          <a:xfrm>
            <a:off x="5365411" y="281015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Union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1694930-E9E0-846B-8687-1856BF6E7286}"/>
              </a:ext>
            </a:extLst>
          </p:cNvPr>
          <p:cNvSpPr/>
          <p:nvPr/>
        </p:nvSpPr>
        <p:spPr>
          <a:xfrm>
            <a:off x="6432213" y="130587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7DB3F5-9302-2C4C-8198-E80848F5838A}"/>
              </a:ext>
            </a:extLst>
          </p:cNvPr>
          <p:cNvSpPr txBox="1"/>
          <p:nvPr/>
        </p:nvSpPr>
        <p:spPr>
          <a:xfrm>
            <a:off x="6432212" y="156302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/>
              <a:t>Bldg</a:t>
            </a:r>
            <a:r>
              <a:rPr lang="zh-CN" altLang="en-US" sz="2000" dirty="0"/>
              <a:t> </a:t>
            </a:r>
            <a:r>
              <a:rPr lang="en-US" altLang="zh-CN" sz="2000" dirty="0"/>
              <a:t>4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57B426-DF79-C65E-E057-5267CEF171A5}"/>
              </a:ext>
            </a:extLst>
          </p:cNvPr>
          <p:cNvSpPr/>
          <p:nvPr/>
        </p:nvSpPr>
        <p:spPr>
          <a:xfrm>
            <a:off x="3885677" y="327641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F3BA89-DD98-4F31-412A-4026EE1CA077}"/>
              </a:ext>
            </a:extLst>
          </p:cNvPr>
          <p:cNvSpPr txBox="1"/>
          <p:nvPr/>
        </p:nvSpPr>
        <p:spPr>
          <a:xfrm>
            <a:off x="3885678" y="353355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Dorm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9E40D6-0519-AF5C-7F3C-8602BEE7F4E9}"/>
              </a:ext>
            </a:extLst>
          </p:cNvPr>
          <p:cNvCxnSpPr>
            <a:stCxn id="8" idx="6"/>
            <a:endCxn id="19" idx="1"/>
          </p:cNvCxnSpPr>
          <p:nvPr/>
        </p:nvCxnSpPr>
        <p:spPr>
          <a:xfrm>
            <a:off x="4692502" y="1368333"/>
            <a:ext cx="1739710" cy="394742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7DEDAC-A879-30D1-7031-CE182F3D69F5}"/>
              </a:ext>
            </a:extLst>
          </p:cNvPr>
          <p:cNvCxnSpPr>
            <a:cxnSpLocks/>
            <a:stCxn id="8" idx="5"/>
            <a:endCxn id="16" idx="1"/>
          </p:cNvCxnSpPr>
          <p:nvPr/>
        </p:nvCxnSpPr>
        <p:spPr>
          <a:xfrm>
            <a:off x="4558591" y="1691622"/>
            <a:ext cx="940732" cy="1013979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9FDC4F-0D35-9BDB-47B8-1BDDBF5EE127}"/>
              </a:ext>
            </a:extLst>
          </p:cNvPr>
          <p:cNvCxnSpPr>
            <a:cxnSpLocks/>
            <a:stCxn id="16" idx="0"/>
            <a:endCxn id="18" idx="3"/>
          </p:cNvCxnSpPr>
          <p:nvPr/>
        </p:nvCxnSpPr>
        <p:spPr>
          <a:xfrm flipV="1">
            <a:off x="5822612" y="2086364"/>
            <a:ext cx="743512" cy="485326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A714884-529E-6B6F-E1C4-BC956AD9A2C2}"/>
              </a:ext>
            </a:extLst>
          </p:cNvPr>
          <p:cNvCxnSpPr>
            <a:cxnSpLocks/>
            <a:stCxn id="20" idx="7"/>
            <a:endCxn id="16" idx="2"/>
          </p:cNvCxnSpPr>
          <p:nvPr/>
        </p:nvCxnSpPr>
        <p:spPr>
          <a:xfrm flipV="1">
            <a:off x="4666166" y="3028890"/>
            <a:ext cx="699246" cy="381433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38194E1-A22D-6804-8CA5-ABACCCA2790F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 flipV="1">
            <a:off x="2711302" y="1368333"/>
            <a:ext cx="1066800" cy="77694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055969-560A-3FDB-C216-27CE2C2D5CD5}"/>
              </a:ext>
            </a:extLst>
          </p:cNvPr>
          <p:cNvCxnSpPr>
            <a:cxnSpLocks/>
            <a:stCxn id="12" idx="7"/>
            <a:endCxn id="8" idx="3"/>
          </p:cNvCxnSpPr>
          <p:nvPr/>
        </p:nvCxnSpPr>
        <p:spPr>
          <a:xfrm flipV="1">
            <a:off x="3034590" y="1691622"/>
            <a:ext cx="877423" cy="975567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017A13A-F2D2-FDD3-7A18-958E17A2BA6A}"/>
              </a:ext>
            </a:extLst>
          </p:cNvPr>
          <p:cNvCxnSpPr>
            <a:cxnSpLocks/>
            <a:stCxn id="2" idx="4"/>
            <a:endCxn id="12" idx="1"/>
          </p:cNvCxnSpPr>
          <p:nvPr/>
        </p:nvCxnSpPr>
        <p:spPr>
          <a:xfrm>
            <a:off x="2254102" y="1903227"/>
            <a:ext cx="133910" cy="763962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855EA24-A94E-656C-D33E-7216CF047159}"/>
              </a:ext>
            </a:extLst>
          </p:cNvPr>
          <p:cNvCxnSpPr>
            <a:cxnSpLocks/>
            <a:stCxn id="12" idx="5"/>
            <a:endCxn id="20" idx="1"/>
          </p:cNvCxnSpPr>
          <p:nvPr/>
        </p:nvCxnSpPr>
        <p:spPr>
          <a:xfrm>
            <a:off x="3034590" y="3313767"/>
            <a:ext cx="984998" cy="96556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84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7440-686F-94C6-9597-7356FB54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4235D66-6DB1-A23A-E485-FBA0AF451C00}"/>
              </a:ext>
            </a:extLst>
          </p:cNvPr>
          <p:cNvSpPr/>
          <p:nvPr/>
        </p:nvSpPr>
        <p:spPr>
          <a:xfrm>
            <a:off x="1796902" y="988827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60480-7EDB-D434-BEBC-2C1DCCB42A08}"/>
              </a:ext>
            </a:extLst>
          </p:cNvPr>
          <p:cNvSpPr txBox="1"/>
          <p:nvPr/>
        </p:nvSpPr>
        <p:spPr>
          <a:xfrm>
            <a:off x="1742106" y="1240634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Library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87FFC8-658B-E258-7BBD-83EC93A35901}"/>
              </a:ext>
            </a:extLst>
          </p:cNvPr>
          <p:cNvSpPr/>
          <p:nvPr/>
        </p:nvSpPr>
        <p:spPr>
          <a:xfrm>
            <a:off x="3778102" y="911133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312A5-2597-64BB-0C0B-A36FC4B3863F}"/>
              </a:ext>
            </a:extLst>
          </p:cNvPr>
          <p:cNvSpPr txBox="1"/>
          <p:nvPr/>
        </p:nvSpPr>
        <p:spPr>
          <a:xfrm>
            <a:off x="3751766" y="116294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Cafe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F2E11A-4429-927F-50BA-F4DCA30BA3A9}"/>
              </a:ext>
            </a:extLst>
          </p:cNvPr>
          <p:cNvSpPr/>
          <p:nvPr/>
        </p:nvSpPr>
        <p:spPr>
          <a:xfrm>
            <a:off x="2254101" y="2533278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5A8F3A-2731-8E20-B1BD-D1C76F86C7BE}"/>
              </a:ext>
            </a:extLst>
          </p:cNvPr>
          <p:cNvSpPr txBox="1"/>
          <p:nvPr/>
        </p:nvSpPr>
        <p:spPr>
          <a:xfrm>
            <a:off x="2254102" y="279042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Gym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6BC018-2474-5D82-6F48-E4F497670B4D}"/>
              </a:ext>
            </a:extLst>
          </p:cNvPr>
          <p:cNvSpPr/>
          <p:nvPr/>
        </p:nvSpPr>
        <p:spPr>
          <a:xfrm>
            <a:off x="5365412" y="257169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683CE1-CB38-9755-B6AE-06C69ABD9854}"/>
              </a:ext>
            </a:extLst>
          </p:cNvPr>
          <p:cNvSpPr txBox="1"/>
          <p:nvPr/>
        </p:nvSpPr>
        <p:spPr>
          <a:xfrm>
            <a:off x="5365411" y="281015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Union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1E28EA-5CC8-2A45-1D6E-581FFD639B51}"/>
              </a:ext>
            </a:extLst>
          </p:cNvPr>
          <p:cNvSpPr/>
          <p:nvPr/>
        </p:nvSpPr>
        <p:spPr>
          <a:xfrm>
            <a:off x="6432213" y="130587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413771-FB9A-7FF4-D551-ABE2A3B993E4}"/>
              </a:ext>
            </a:extLst>
          </p:cNvPr>
          <p:cNvSpPr txBox="1"/>
          <p:nvPr/>
        </p:nvSpPr>
        <p:spPr>
          <a:xfrm>
            <a:off x="6432212" y="156302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/>
              <a:t>Bldg</a:t>
            </a:r>
            <a:r>
              <a:rPr lang="zh-CN" altLang="en-US" sz="2000" dirty="0"/>
              <a:t> </a:t>
            </a:r>
            <a:r>
              <a:rPr lang="en-US" altLang="zh-CN" sz="2000" dirty="0"/>
              <a:t>4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0D631C-E30D-4249-E5DF-C2632E67B835}"/>
              </a:ext>
            </a:extLst>
          </p:cNvPr>
          <p:cNvSpPr/>
          <p:nvPr/>
        </p:nvSpPr>
        <p:spPr>
          <a:xfrm>
            <a:off x="3885677" y="327641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070938-2C48-BBB2-902D-2E94D51581EE}"/>
              </a:ext>
            </a:extLst>
          </p:cNvPr>
          <p:cNvSpPr txBox="1"/>
          <p:nvPr/>
        </p:nvSpPr>
        <p:spPr>
          <a:xfrm>
            <a:off x="3885678" y="353355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Dorm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7B93F7A-F139-A093-9EA4-2A840B073100}"/>
              </a:ext>
            </a:extLst>
          </p:cNvPr>
          <p:cNvCxnSpPr>
            <a:stCxn id="8" idx="6"/>
            <a:endCxn id="19" idx="1"/>
          </p:cNvCxnSpPr>
          <p:nvPr/>
        </p:nvCxnSpPr>
        <p:spPr>
          <a:xfrm>
            <a:off x="4692502" y="1368333"/>
            <a:ext cx="1739710" cy="394742"/>
          </a:xfrm>
          <a:prstGeom prst="line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F2CF5B-F49C-3990-6D42-585C1D53CEC6}"/>
              </a:ext>
            </a:extLst>
          </p:cNvPr>
          <p:cNvCxnSpPr>
            <a:cxnSpLocks/>
            <a:stCxn id="8" idx="5"/>
            <a:endCxn id="16" idx="1"/>
          </p:cNvCxnSpPr>
          <p:nvPr/>
        </p:nvCxnSpPr>
        <p:spPr>
          <a:xfrm>
            <a:off x="4558591" y="1691622"/>
            <a:ext cx="940732" cy="1013979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32AAFC7-55C9-C1B1-756D-837A96E594E0}"/>
              </a:ext>
            </a:extLst>
          </p:cNvPr>
          <p:cNvCxnSpPr>
            <a:cxnSpLocks/>
            <a:stCxn id="16" idx="0"/>
            <a:endCxn id="18" idx="3"/>
          </p:cNvCxnSpPr>
          <p:nvPr/>
        </p:nvCxnSpPr>
        <p:spPr>
          <a:xfrm flipV="1">
            <a:off x="5822612" y="2086364"/>
            <a:ext cx="743512" cy="485326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3EFD07-7B6F-3782-56AD-0D35E88BFCB5}"/>
              </a:ext>
            </a:extLst>
          </p:cNvPr>
          <p:cNvCxnSpPr>
            <a:cxnSpLocks/>
            <a:stCxn id="20" idx="7"/>
            <a:endCxn id="16" idx="2"/>
          </p:cNvCxnSpPr>
          <p:nvPr/>
        </p:nvCxnSpPr>
        <p:spPr>
          <a:xfrm flipV="1">
            <a:off x="4666166" y="3028890"/>
            <a:ext cx="699246" cy="381433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4FB7B8-AFBC-4E98-6276-E622B805C736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 flipV="1">
            <a:off x="2711302" y="1368333"/>
            <a:ext cx="1066800" cy="77694"/>
          </a:xfrm>
          <a:prstGeom prst="line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4957F-0844-A222-0720-01502F817DFB}"/>
              </a:ext>
            </a:extLst>
          </p:cNvPr>
          <p:cNvCxnSpPr>
            <a:cxnSpLocks/>
            <a:stCxn id="12" idx="7"/>
            <a:endCxn id="8" idx="3"/>
          </p:cNvCxnSpPr>
          <p:nvPr/>
        </p:nvCxnSpPr>
        <p:spPr>
          <a:xfrm flipV="1">
            <a:off x="3034590" y="1691622"/>
            <a:ext cx="877423" cy="975567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C0C8F5-67A9-50E6-8E63-5A3C9499B9E1}"/>
              </a:ext>
            </a:extLst>
          </p:cNvPr>
          <p:cNvCxnSpPr>
            <a:cxnSpLocks/>
            <a:stCxn id="2" idx="4"/>
            <a:endCxn id="12" idx="1"/>
          </p:cNvCxnSpPr>
          <p:nvPr/>
        </p:nvCxnSpPr>
        <p:spPr>
          <a:xfrm>
            <a:off x="2254102" y="1903227"/>
            <a:ext cx="133910" cy="763962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77108E0-2F8E-6F0D-82A0-2EF824981174}"/>
              </a:ext>
            </a:extLst>
          </p:cNvPr>
          <p:cNvCxnSpPr>
            <a:cxnSpLocks/>
            <a:stCxn id="12" idx="5"/>
            <a:endCxn id="20" idx="1"/>
          </p:cNvCxnSpPr>
          <p:nvPr/>
        </p:nvCxnSpPr>
        <p:spPr>
          <a:xfrm>
            <a:off x="3034590" y="3313767"/>
            <a:ext cx="984998" cy="96556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1800D8F-9D55-A8D7-248F-3FBE2BB876B7}"/>
              </a:ext>
            </a:extLst>
          </p:cNvPr>
          <p:cNvSpPr txBox="1"/>
          <p:nvPr/>
        </p:nvSpPr>
        <p:spPr>
          <a:xfrm>
            <a:off x="5365411" y="1240634"/>
            <a:ext cx="28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013B7-91E3-2191-6738-D3D23FFEE6FD}"/>
              </a:ext>
            </a:extLst>
          </p:cNvPr>
          <p:cNvSpPr txBox="1"/>
          <p:nvPr/>
        </p:nvSpPr>
        <p:spPr>
          <a:xfrm>
            <a:off x="6194368" y="2222563"/>
            <a:ext cx="28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869E77-0D9F-A823-C5A8-49AF65B3F37D}"/>
              </a:ext>
            </a:extLst>
          </p:cNvPr>
          <p:cNvSpPr txBox="1"/>
          <p:nvPr/>
        </p:nvSpPr>
        <p:spPr>
          <a:xfrm>
            <a:off x="4692502" y="2067796"/>
            <a:ext cx="28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5A424-8E14-42B1-EAA4-4E3F547CC213}"/>
              </a:ext>
            </a:extLst>
          </p:cNvPr>
          <p:cNvSpPr txBox="1"/>
          <p:nvPr/>
        </p:nvSpPr>
        <p:spPr>
          <a:xfrm>
            <a:off x="3440015" y="2086364"/>
            <a:ext cx="28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9E4B6F-59EE-9F96-FB6A-5A96AB9E4D91}"/>
              </a:ext>
            </a:extLst>
          </p:cNvPr>
          <p:cNvSpPr txBox="1"/>
          <p:nvPr/>
        </p:nvSpPr>
        <p:spPr>
          <a:xfrm>
            <a:off x="3018117" y="1023714"/>
            <a:ext cx="28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3ABB9-8F19-04C1-1158-2F239A4AEFE2}"/>
              </a:ext>
            </a:extLst>
          </p:cNvPr>
          <p:cNvSpPr txBox="1"/>
          <p:nvPr/>
        </p:nvSpPr>
        <p:spPr>
          <a:xfrm>
            <a:off x="4874611" y="2825547"/>
            <a:ext cx="28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E7B961-C386-F9EF-C44A-8E8204008B3A}"/>
              </a:ext>
            </a:extLst>
          </p:cNvPr>
          <p:cNvSpPr txBox="1"/>
          <p:nvPr/>
        </p:nvSpPr>
        <p:spPr>
          <a:xfrm>
            <a:off x="3394877" y="2950428"/>
            <a:ext cx="28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6E58AB-2C9F-C1B7-B119-2E8E545BC588}"/>
              </a:ext>
            </a:extLst>
          </p:cNvPr>
          <p:cNvSpPr txBox="1"/>
          <p:nvPr/>
        </p:nvSpPr>
        <p:spPr>
          <a:xfrm>
            <a:off x="2321057" y="2044402"/>
            <a:ext cx="28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9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2876-CE7F-D3A6-AF32-CB319295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AA1424D-F614-90BB-D8C8-1D821C7B05F0}"/>
              </a:ext>
            </a:extLst>
          </p:cNvPr>
          <p:cNvSpPr/>
          <p:nvPr/>
        </p:nvSpPr>
        <p:spPr>
          <a:xfrm>
            <a:off x="1796902" y="988827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52F8D-1DA6-0165-B09B-425A88FEC70A}"/>
              </a:ext>
            </a:extLst>
          </p:cNvPr>
          <p:cNvSpPr txBox="1"/>
          <p:nvPr/>
        </p:nvSpPr>
        <p:spPr>
          <a:xfrm>
            <a:off x="1742106" y="1240634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Library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8822FC-7E54-5DE7-A378-42A0B3524772}"/>
              </a:ext>
            </a:extLst>
          </p:cNvPr>
          <p:cNvSpPr/>
          <p:nvPr/>
        </p:nvSpPr>
        <p:spPr>
          <a:xfrm>
            <a:off x="3778102" y="911133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67C63-C1D2-99B7-8B16-A76469E0035C}"/>
              </a:ext>
            </a:extLst>
          </p:cNvPr>
          <p:cNvSpPr txBox="1"/>
          <p:nvPr/>
        </p:nvSpPr>
        <p:spPr>
          <a:xfrm>
            <a:off x="3751766" y="116294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Cafe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571F52-FEE6-F862-88B2-5471DECB1D86}"/>
              </a:ext>
            </a:extLst>
          </p:cNvPr>
          <p:cNvSpPr/>
          <p:nvPr/>
        </p:nvSpPr>
        <p:spPr>
          <a:xfrm>
            <a:off x="2254101" y="2533278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85AE5-7433-6441-8A41-CA5EC36E6958}"/>
              </a:ext>
            </a:extLst>
          </p:cNvPr>
          <p:cNvSpPr txBox="1"/>
          <p:nvPr/>
        </p:nvSpPr>
        <p:spPr>
          <a:xfrm>
            <a:off x="2254102" y="279042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Gym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831626-78BF-E809-8019-4DA53EC392D8}"/>
              </a:ext>
            </a:extLst>
          </p:cNvPr>
          <p:cNvSpPr/>
          <p:nvPr/>
        </p:nvSpPr>
        <p:spPr>
          <a:xfrm>
            <a:off x="5365412" y="257169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B8A78-55C1-FE4B-A73A-9B233361D458}"/>
              </a:ext>
            </a:extLst>
          </p:cNvPr>
          <p:cNvSpPr txBox="1"/>
          <p:nvPr/>
        </p:nvSpPr>
        <p:spPr>
          <a:xfrm>
            <a:off x="5365411" y="281015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Union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F483B8-3025-9B0D-6FE4-D9FBDAAA934D}"/>
              </a:ext>
            </a:extLst>
          </p:cNvPr>
          <p:cNvSpPr/>
          <p:nvPr/>
        </p:nvSpPr>
        <p:spPr>
          <a:xfrm>
            <a:off x="6432213" y="130587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037E07-B58E-EEFF-1F93-FB7FD5EEA0BF}"/>
              </a:ext>
            </a:extLst>
          </p:cNvPr>
          <p:cNvSpPr txBox="1"/>
          <p:nvPr/>
        </p:nvSpPr>
        <p:spPr>
          <a:xfrm>
            <a:off x="6432212" y="156302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/>
              <a:t>Bldg</a:t>
            </a:r>
            <a:r>
              <a:rPr lang="zh-CN" altLang="en-US" sz="2000" dirty="0"/>
              <a:t> </a:t>
            </a:r>
            <a:r>
              <a:rPr lang="en-US" altLang="zh-CN" sz="2000" dirty="0"/>
              <a:t>4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4A0ECA-0968-D0A8-2207-E4C81EDF3DF8}"/>
              </a:ext>
            </a:extLst>
          </p:cNvPr>
          <p:cNvSpPr/>
          <p:nvPr/>
        </p:nvSpPr>
        <p:spPr>
          <a:xfrm>
            <a:off x="3885677" y="327641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F5A88C-C756-2035-0090-EFA7742128A6}"/>
              </a:ext>
            </a:extLst>
          </p:cNvPr>
          <p:cNvSpPr txBox="1"/>
          <p:nvPr/>
        </p:nvSpPr>
        <p:spPr>
          <a:xfrm>
            <a:off x="3885678" y="353355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Dorm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EB9246-495B-594C-C1DB-D624FD37FB09}"/>
              </a:ext>
            </a:extLst>
          </p:cNvPr>
          <p:cNvCxnSpPr>
            <a:stCxn id="8" idx="6"/>
            <a:endCxn id="19" idx="1"/>
          </p:cNvCxnSpPr>
          <p:nvPr/>
        </p:nvCxnSpPr>
        <p:spPr>
          <a:xfrm>
            <a:off x="4692502" y="1368333"/>
            <a:ext cx="1739710" cy="394742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B46769-E2DE-2B7D-F54F-E41FAAD950BC}"/>
              </a:ext>
            </a:extLst>
          </p:cNvPr>
          <p:cNvCxnSpPr>
            <a:cxnSpLocks/>
            <a:stCxn id="8" idx="5"/>
            <a:endCxn id="16" idx="1"/>
          </p:cNvCxnSpPr>
          <p:nvPr/>
        </p:nvCxnSpPr>
        <p:spPr>
          <a:xfrm>
            <a:off x="4558591" y="1691622"/>
            <a:ext cx="940732" cy="1013979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1B1612-8C90-518C-06BE-265FBC087474}"/>
              </a:ext>
            </a:extLst>
          </p:cNvPr>
          <p:cNvCxnSpPr>
            <a:cxnSpLocks/>
            <a:stCxn id="16" idx="0"/>
            <a:endCxn id="18" idx="3"/>
          </p:cNvCxnSpPr>
          <p:nvPr/>
        </p:nvCxnSpPr>
        <p:spPr>
          <a:xfrm flipV="1">
            <a:off x="5822612" y="2086364"/>
            <a:ext cx="743512" cy="485326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9A387E-7285-94F9-31A0-0EB9C7C22BD9}"/>
              </a:ext>
            </a:extLst>
          </p:cNvPr>
          <p:cNvCxnSpPr>
            <a:cxnSpLocks/>
            <a:stCxn id="20" idx="7"/>
            <a:endCxn id="16" idx="2"/>
          </p:cNvCxnSpPr>
          <p:nvPr/>
        </p:nvCxnSpPr>
        <p:spPr>
          <a:xfrm flipV="1">
            <a:off x="4666166" y="3028890"/>
            <a:ext cx="699246" cy="381433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332D249-FE75-F011-2AD0-25DB423E1E3B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 flipV="1">
            <a:off x="2711302" y="1368333"/>
            <a:ext cx="1066800" cy="7769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9D10F90-B59E-8221-861B-FDC88B575F99}"/>
              </a:ext>
            </a:extLst>
          </p:cNvPr>
          <p:cNvCxnSpPr>
            <a:cxnSpLocks/>
            <a:stCxn id="12" idx="7"/>
            <a:endCxn id="8" idx="3"/>
          </p:cNvCxnSpPr>
          <p:nvPr/>
        </p:nvCxnSpPr>
        <p:spPr>
          <a:xfrm flipV="1">
            <a:off x="3034590" y="1691622"/>
            <a:ext cx="877423" cy="97556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752AEA-B228-C6A1-72FA-AC1A02A4AF08}"/>
              </a:ext>
            </a:extLst>
          </p:cNvPr>
          <p:cNvCxnSpPr>
            <a:cxnSpLocks/>
            <a:stCxn id="2" idx="4"/>
            <a:endCxn id="12" idx="1"/>
          </p:cNvCxnSpPr>
          <p:nvPr/>
        </p:nvCxnSpPr>
        <p:spPr>
          <a:xfrm>
            <a:off x="2254102" y="1903227"/>
            <a:ext cx="133910" cy="763962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03C5E1F-450D-F499-04F8-F0DFE3AE6A25}"/>
              </a:ext>
            </a:extLst>
          </p:cNvPr>
          <p:cNvCxnSpPr>
            <a:cxnSpLocks/>
            <a:stCxn id="12" idx="5"/>
            <a:endCxn id="20" idx="1"/>
          </p:cNvCxnSpPr>
          <p:nvPr/>
        </p:nvCxnSpPr>
        <p:spPr>
          <a:xfrm>
            <a:off x="3034590" y="3313767"/>
            <a:ext cx="984998" cy="96556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53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84F6-5620-40AB-2895-806927E8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F2BBDC2-114D-17C3-509C-9395AACCC3FE}"/>
              </a:ext>
            </a:extLst>
          </p:cNvPr>
          <p:cNvSpPr/>
          <p:nvPr/>
        </p:nvSpPr>
        <p:spPr>
          <a:xfrm>
            <a:off x="5994101" y="175970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DEAAB-9E5E-A12D-A0BB-334ADE1408B8}"/>
              </a:ext>
            </a:extLst>
          </p:cNvPr>
          <p:cNvSpPr txBox="1"/>
          <p:nvPr/>
        </p:nvSpPr>
        <p:spPr>
          <a:xfrm>
            <a:off x="5939305" y="2011512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Library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F9B82F-CD76-E616-8AF6-55C7AD19662C}"/>
              </a:ext>
            </a:extLst>
          </p:cNvPr>
          <p:cNvSpPr/>
          <p:nvPr/>
        </p:nvSpPr>
        <p:spPr>
          <a:xfrm>
            <a:off x="7975301" y="1682011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6BF0-AFCF-4DE4-80D5-458805957AB4}"/>
              </a:ext>
            </a:extLst>
          </p:cNvPr>
          <p:cNvSpPr txBox="1"/>
          <p:nvPr/>
        </p:nvSpPr>
        <p:spPr>
          <a:xfrm>
            <a:off x="7948965" y="193381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Cafe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04009D-E21F-1E2D-9301-2CB34AB31A5E}"/>
              </a:ext>
            </a:extLst>
          </p:cNvPr>
          <p:cNvSpPr/>
          <p:nvPr/>
        </p:nvSpPr>
        <p:spPr>
          <a:xfrm>
            <a:off x="6451300" y="330415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FB86D7-F3C0-FD04-BCE1-818692D6FA7C}"/>
              </a:ext>
            </a:extLst>
          </p:cNvPr>
          <p:cNvSpPr txBox="1"/>
          <p:nvPr/>
        </p:nvSpPr>
        <p:spPr>
          <a:xfrm>
            <a:off x="6451301" y="3561301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Gym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DBAC02-E2B0-B898-C80B-0A2D4D57CA9E}"/>
              </a:ext>
            </a:extLst>
          </p:cNvPr>
          <p:cNvSpPr/>
          <p:nvPr/>
        </p:nvSpPr>
        <p:spPr>
          <a:xfrm>
            <a:off x="9562611" y="3342568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59898A-942B-0ABF-D691-EEABD03CEC57}"/>
              </a:ext>
            </a:extLst>
          </p:cNvPr>
          <p:cNvSpPr txBox="1"/>
          <p:nvPr/>
        </p:nvSpPr>
        <p:spPr>
          <a:xfrm>
            <a:off x="9562610" y="358103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Union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09F960-2B3A-7C9D-3847-39283876E35C}"/>
              </a:ext>
            </a:extLst>
          </p:cNvPr>
          <p:cNvSpPr/>
          <p:nvPr/>
        </p:nvSpPr>
        <p:spPr>
          <a:xfrm>
            <a:off x="10629412" y="2076753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6BE60E-01A1-9887-631E-41A837DE3AA8}"/>
              </a:ext>
            </a:extLst>
          </p:cNvPr>
          <p:cNvSpPr txBox="1"/>
          <p:nvPr/>
        </p:nvSpPr>
        <p:spPr>
          <a:xfrm>
            <a:off x="10629411" y="233389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/>
              <a:t>Bldg</a:t>
            </a:r>
            <a:r>
              <a:rPr lang="zh-CN" altLang="en-US" sz="2000" dirty="0"/>
              <a:t> </a:t>
            </a:r>
            <a:r>
              <a:rPr lang="en-US" altLang="zh-CN" sz="2000" dirty="0"/>
              <a:t>4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904A84-E3B7-6C2E-8978-9C95BC8AA88B}"/>
              </a:ext>
            </a:extLst>
          </p:cNvPr>
          <p:cNvSpPr/>
          <p:nvPr/>
        </p:nvSpPr>
        <p:spPr>
          <a:xfrm>
            <a:off x="8082876" y="404729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1DB234-EE72-FE3E-E5C4-DC5456517FB1}"/>
              </a:ext>
            </a:extLst>
          </p:cNvPr>
          <p:cNvSpPr txBox="1"/>
          <p:nvPr/>
        </p:nvSpPr>
        <p:spPr>
          <a:xfrm>
            <a:off x="8082877" y="430443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Dorm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442B28-D973-5772-DC9A-CD3FB6C70B4E}"/>
              </a:ext>
            </a:extLst>
          </p:cNvPr>
          <p:cNvCxnSpPr>
            <a:stCxn id="8" idx="6"/>
            <a:endCxn id="19" idx="1"/>
          </p:cNvCxnSpPr>
          <p:nvPr/>
        </p:nvCxnSpPr>
        <p:spPr>
          <a:xfrm>
            <a:off x="8889701" y="2139211"/>
            <a:ext cx="1739710" cy="394742"/>
          </a:xfrm>
          <a:prstGeom prst="line">
            <a:avLst/>
          </a:prstGeom>
          <a:ln w="25400">
            <a:solidFill>
              <a:schemeClr val="accent5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4000B1-9B74-E262-5C93-678E2DCEDB40}"/>
              </a:ext>
            </a:extLst>
          </p:cNvPr>
          <p:cNvCxnSpPr>
            <a:cxnSpLocks/>
            <a:stCxn id="8" idx="5"/>
            <a:endCxn id="16" idx="1"/>
          </p:cNvCxnSpPr>
          <p:nvPr/>
        </p:nvCxnSpPr>
        <p:spPr>
          <a:xfrm>
            <a:off x="8755790" y="2462500"/>
            <a:ext cx="940732" cy="1013979"/>
          </a:xfrm>
          <a:prstGeom prst="line">
            <a:avLst/>
          </a:prstGeom>
          <a:ln w="25400">
            <a:solidFill>
              <a:schemeClr val="accent5"/>
            </a:solidFill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9CEB28-0E54-2A58-38A6-E4EAB8484940}"/>
              </a:ext>
            </a:extLst>
          </p:cNvPr>
          <p:cNvCxnSpPr>
            <a:cxnSpLocks/>
            <a:stCxn id="16" idx="0"/>
            <a:endCxn id="18" idx="3"/>
          </p:cNvCxnSpPr>
          <p:nvPr/>
        </p:nvCxnSpPr>
        <p:spPr>
          <a:xfrm flipV="1">
            <a:off x="10019811" y="2857242"/>
            <a:ext cx="743512" cy="485326"/>
          </a:xfrm>
          <a:prstGeom prst="line">
            <a:avLst/>
          </a:prstGeom>
          <a:ln w="25400">
            <a:solidFill>
              <a:schemeClr val="accent5"/>
            </a:solidFill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F59DEF-28D1-4FA3-3D3B-03D81F9C8763}"/>
              </a:ext>
            </a:extLst>
          </p:cNvPr>
          <p:cNvCxnSpPr>
            <a:cxnSpLocks/>
            <a:stCxn id="20" idx="7"/>
            <a:endCxn id="16" idx="2"/>
          </p:cNvCxnSpPr>
          <p:nvPr/>
        </p:nvCxnSpPr>
        <p:spPr>
          <a:xfrm flipV="1">
            <a:off x="8863365" y="3799768"/>
            <a:ext cx="699246" cy="381433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8A58372-5A35-417B-166F-B657BA352F83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 flipV="1">
            <a:off x="6908501" y="2139211"/>
            <a:ext cx="1066800" cy="77694"/>
          </a:xfrm>
          <a:prstGeom prst="line">
            <a:avLst/>
          </a:prstGeom>
          <a:ln w="25400">
            <a:solidFill>
              <a:schemeClr val="accent2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D055BD2-ADA6-5FC2-7F42-955A13F0309C}"/>
              </a:ext>
            </a:extLst>
          </p:cNvPr>
          <p:cNvCxnSpPr>
            <a:cxnSpLocks/>
            <a:stCxn id="12" idx="7"/>
            <a:endCxn id="8" idx="3"/>
          </p:cNvCxnSpPr>
          <p:nvPr/>
        </p:nvCxnSpPr>
        <p:spPr>
          <a:xfrm flipV="1">
            <a:off x="7231789" y="2462500"/>
            <a:ext cx="877423" cy="975567"/>
          </a:xfrm>
          <a:prstGeom prst="line">
            <a:avLst/>
          </a:prstGeom>
          <a:ln w="25400">
            <a:solidFill>
              <a:schemeClr val="accent2"/>
            </a:solidFill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3C548B2-E69D-C4D4-9857-A474A10050B6}"/>
              </a:ext>
            </a:extLst>
          </p:cNvPr>
          <p:cNvCxnSpPr>
            <a:cxnSpLocks/>
            <a:stCxn id="2" idx="4"/>
            <a:endCxn id="12" idx="1"/>
          </p:cNvCxnSpPr>
          <p:nvPr/>
        </p:nvCxnSpPr>
        <p:spPr>
          <a:xfrm>
            <a:off x="6451301" y="2674105"/>
            <a:ext cx="133910" cy="763962"/>
          </a:xfrm>
          <a:prstGeom prst="line">
            <a:avLst/>
          </a:prstGeom>
          <a:ln w="25400">
            <a:solidFill>
              <a:schemeClr val="accent2"/>
            </a:solidFill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BE4DA1F-75A7-1905-BE08-751D2B1240A2}"/>
              </a:ext>
            </a:extLst>
          </p:cNvPr>
          <p:cNvCxnSpPr>
            <a:cxnSpLocks/>
            <a:stCxn id="12" idx="5"/>
            <a:endCxn id="20" idx="1"/>
          </p:cNvCxnSpPr>
          <p:nvPr/>
        </p:nvCxnSpPr>
        <p:spPr>
          <a:xfrm>
            <a:off x="7231789" y="4084645"/>
            <a:ext cx="984998" cy="96556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AC85133-3A49-EC07-D7B7-0A183BAF8CCB}"/>
              </a:ext>
            </a:extLst>
          </p:cNvPr>
          <p:cNvSpPr/>
          <p:nvPr/>
        </p:nvSpPr>
        <p:spPr>
          <a:xfrm>
            <a:off x="702984" y="1887834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81532D-6AA8-822B-F8E6-BC1448C2B8D2}"/>
              </a:ext>
            </a:extLst>
          </p:cNvPr>
          <p:cNvSpPr txBox="1"/>
          <p:nvPr/>
        </p:nvSpPr>
        <p:spPr>
          <a:xfrm>
            <a:off x="648188" y="2139641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/>
              <a:t>Bldg</a:t>
            </a:r>
            <a:r>
              <a:rPr lang="zh-CN" altLang="en-US" sz="2000" dirty="0"/>
              <a:t> </a:t>
            </a:r>
            <a:r>
              <a:rPr lang="en-US" altLang="zh-CN" sz="2000" dirty="0"/>
              <a:t>10</a:t>
            </a:r>
            <a:endParaRPr lang="en-US" sz="20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F1F5BC9-0810-5060-1EF5-C203423967F0}"/>
              </a:ext>
            </a:extLst>
          </p:cNvPr>
          <p:cNvSpPr/>
          <p:nvPr/>
        </p:nvSpPr>
        <p:spPr>
          <a:xfrm>
            <a:off x="2684184" y="181014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6A56F5-A075-0CC5-E57B-E520439670F2}"/>
              </a:ext>
            </a:extLst>
          </p:cNvPr>
          <p:cNvSpPr txBox="1"/>
          <p:nvPr/>
        </p:nvSpPr>
        <p:spPr>
          <a:xfrm>
            <a:off x="2657848" y="206194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Field</a:t>
            </a:r>
            <a:endParaRPr lang="en-US" sz="20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281E10D-EEEA-6B17-5A0C-A5721335D2BF}"/>
              </a:ext>
            </a:extLst>
          </p:cNvPr>
          <p:cNvSpPr/>
          <p:nvPr/>
        </p:nvSpPr>
        <p:spPr>
          <a:xfrm>
            <a:off x="1160183" y="343228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570228-D05B-80FA-4595-0ED9C596AE4D}"/>
              </a:ext>
            </a:extLst>
          </p:cNvPr>
          <p:cNvSpPr txBox="1"/>
          <p:nvPr/>
        </p:nvSpPr>
        <p:spPr>
          <a:xfrm>
            <a:off x="1160184" y="368943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Pool</a:t>
            </a:r>
            <a:endParaRPr lang="en-US" sz="20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50C03E2-D699-BE46-1F78-72FECE7C1148}"/>
              </a:ext>
            </a:extLst>
          </p:cNvPr>
          <p:cNvSpPr/>
          <p:nvPr/>
        </p:nvSpPr>
        <p:spPr>
          <a:xfrm>
            <a:off x="4518306" y="2800744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2DEF57-D800-73E5-D702-677A950F6574}"/>
              </a:ext>
            </a:extLst>
          </p:cNvPr>
          <p:cNvSpPr txBox="1"/>
          <p:nvPr/>
        </p:nvSpPr>
        <p:spPr>
          <a:xfrm>
            <a:off x="4518305" y="3039212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Park</a:t>
            </a:r>
            <a:endParaRPr lang="en-US" sz="20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2222FC9-9144-D198-3566-742A831061E4}"/>
              </a:ext>
            </a:extLst>
          </p:cNvPr>
          <p:cNvSpPr/>
          <p:nvPr/>
        </p:nvSpPr>
        <p:spPr>
          <a:xfrm>
            <a:off x="3007473" y="3715144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30176E-0026-F52B-6144-28CFB9C74A92}"/>
              </a:ext>
            </a:extLst>
          </p:cNvPr>
          <p:cNvSpPr txBox="1"/>
          <p:nvPr/>
        </p:nvSpPr>
        <p:spPr>
          <a:xfrm>
            <a:off x="3007474" y="3972289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/>
              <a:t>Bldg</a:t>
            </a:r>
            <a:r>
              <a:rPr lang="zh-CN" altLang="en-US" sz="2000" dirty="0"/>
              <a:t> </a:t>
            </a:r>
            <a:r>
              <a:rPr lang="en-US" altLang="zh-CN" sz="2000" dirty="0"/>
              <a:t>1</a:t>
            </a:r>
            <a:endParaRPr lang="en-US" sz="2000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0A5C38D-CB72-415C-F289-AB78CB91F094}"/>
              </a:ext>
            </a:extLst>
          </p:cNvPr>
          <p:cNvCxnSpPr>
            <a:cxnSpLocks/>
            <a:stCxn id="57" idx="5"/>
            <a:endCxn id="61" idx="1"/>
          </p:cNvCxnSpPr>
          <p:nvPr/>
        </p:nvCxnSpPr>
        <p:spPr>
          <a:xfrm>
            <a:off x="3464673" y="2590629"/>
            <a:ext cx="1187544" cy="344026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8780A18-F6FA-814C-5C71-FA9EDB5462C8}"/>
              </a:ext>
            </a:extLst>
          </p:cNvPr>
          <p:cNvCxnSpPr>
            <a:cxnSpLocks/>
            <a:stCxn id="65" idx="7"/>
            <a:endCxn id="61" idx="2"/>
          </p:cNvCxnSpPr>
          <p:nvPr/>
        </p:nvCxnSpPr>
        <p:spPr>
          <a:xfrm flipV="1">
            <a:off x="3787962" y="3257944"/>
            <a:ext cx="730344" cy="591111"/>
          </a:xfrm>
          <a:prstGeom prst="line">
            <a:avLst/>
          </a:prstGeom>
          <a:ln w="25400"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4B05371-D5C7-732D-4896-9E9069B82F90}"/>
              </a:ext>
            </a:extLst>
          </p:cNvPr>
          <p:cNvCxnSpPr>
            <a:cxnSpLocks/>
            <a:stCxn id="55" idx="6"/>
            <a:endCxn id="57" idx="2"/>
          </p:cNvCxnSpPr>
          <p:nvPr/>
        </p:nvCxnSpPr>
        <p:spPr>
          <a:xfrm flipV="1">
            <a:off x="1617384" y="2267340"/>
            <a:ext cx="1066800" cy="77694"/>
          </a:xfrm>
          <a:prstGeom prst="line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3439D96-3876-72C6-32AB-F46AD52B9322}"/>
              </a:ext>
            </a:extLst>
          </p:cNvPr>
          <p:cNvCxnSpPr>
            <a:cxnSpLocks/>
            <a:stCxn id="59" idx="7"/>
            <a:endCxn id="57" idx="3"/>
          </p:cNvCxnSpPr>
          <p:nvPr/>
        </p:nvCxnSpPr>
        <p:spPr>
          <a:xfrm flipV="1">
            <a:off x="1940672" y="2590629"/>
            <a:ext cx="877423" cy="975567"/>
          </a:xfrm>
          <a:prstGeom prst="line">
            <a:avLst/>
          </a:prstGeom>
          <a:ln w="25400">
            <a:solidFill>
              <a:schemeClr val="tx1"/>
            </a:solidFill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BC3D903-AA65-B118-E900-606223F293C0}"/>
              </a:ext>
            </a:extLst>
          </p:cNvPr>
          <p:cNvCxnSpPr>
            <a:cxnSpLocks/>
            <a:stCxn id="55" idx="4"/>
            <a:endCxn id="59" idx="1"/>
          </p:cNvCxnSpPr>
          <p:nvPr/>
        </p:nvCxnSpPr>
        <p:spPr>
          <a:xfrm>
            <a:off x="1160184" y="2802234"/>
            <a:ext cx="133910" cy="763962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CEDF45C-9F6A-6524-BDA9-083BA92D8A3B}"/>
              </a:ext>
            </a:extLst>
          </p:cNvPr>
          <p:cNvCxnSpPr>
            <a:cxnSpLocks/>
            <a:stCxn id="60" idx="3"/>
            <a:endCxn id="66" idx="1"/>
          </p:cNvCxnSpPr>
          <p:nvPr/>
        </p:nvCxnSpPr>
        <p:spPr>
          <a:xfrm>
            <a:off x="2074584" y="3889485"/>
            <a:ext cx="932890" cy="282859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293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0A4B2-6C68-AF44-B089-8E2B16A9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11D9CBB-B9A2-5DDD-F428-69F98F76BFDF}"/>
              </a:ext>
            </a:extLst>
          </p:cNvPr>
          <p:cNvSpPr/>
          <p:nvPr/>
        </p:nvSpPr>
        <p:spPr>
          <a:xfrm>
            <a:off x="984221" y="155768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5AF24-9C3E-A40E-02A9-3F18094DB9E8}"/>
              </a:ext>
            </a:extLst>
          </p:cNvPr>
          <p:cNvSpPr txBox="1"/>
          <p:nvPr/>
        </p:nvSpPr>
        <p:spPr>
          <a:xfrm>
            <a:off x="929425" y="1809489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A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BE129B-F381-6824-A5B8-203C447B33A2}"/>
              </a:ext>
            </a:extLst>
          </p:cNvPr>
          <p:cNvSpPr/>
          <p:nvPr/>
        </p:nvSpPr>
        <p:spPr>
          <a:xfrm>
            <a:off x="2675959" y="831011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BB7B4-213D-32C5-46F5-1A6806E2AB1C}"/>
              </a:ext>
            </a:extLst>
          </p:cNvPr>
          <p:cNvSpPr txBox="1"/>
          <p:nvPr/>
        </p:nvSpPr>
        <p:spPr>
          <a:xfrm>
            <a:off x="2649623" y="108281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B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38ACA8-4BCA-FE4D-65F7-9BACAE5B016B}"/>
              </a:ext>
            </a:extLst>
          </p:cNvPr>
          <p:cNvSpPr/>
          <p:nvPr/>
        </p:nvSpPr>
        <p:spPr>
          <a:xfrm>
            <a:off x="2675959" y="255441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25006B-B88D-8827-6042-FAE06FF5EEE4}"/>
              </a:ext>
            </a:extLst>
          </p:cNvPr>
          <p:cNvSpPr txBox="1"/>
          <p:nvPr/>
        </p:nvSpPr>
        <p:spPr>
          <a:xfrm>
            <a:off x="2675960" y="2811561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BFC8AD-E027-C69B-C771-D7123278EAC3}"/>
              </a:ext>
            </a:extLst>
          </p:cNvPr>
          <p:cNvSpPr/>
          <p:nvPr/>
        </p:nvSpPr>
        <p:spPr>
          <a:xfrm>
            <a:off x="6495318" y="257211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83F50-30F9-5B5F-E9DB-EA99A28FEEB5}"/>
              </a:ext>
            </a:extLst>
          </p:cNvPr>
          <p:cNvSpPr txBox="1"/>
          <p:nvPr/>
        </p:nvSpPr>
        <p:spPr>
          <a:xfrm>
            <a:off x="6495318" y="285780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E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9BCE90C-4974-F72F-9D19-624EDD9D685F}"/>
              </a:ext>
            </a:extLst>
          </p:cNvPr>
          <p:cNvSpPr/>
          <p:nvPr/>
        </p:nvSpPr>
        <p:spPr>
          <a:xfrm>
            <a:off x="6495319" y="840787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7F98D-CD15-5213-716F-E80047F3BEAA}"/>
              </a:ext>
            </a:extLst>
          </p:cNvPr>
          <p:cNvSpPr txBox="1"/>
          <p:nvPr/>
        </p:nvSpPr>
        <p:spPr>
          <a:xfrm>
            <a:off x="6495318" y="1097932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F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672786-E80F-A8F8-EB58-0853E3E403F7}"/>
              </a:ext>
            </a:extLst>
          </p:cNvPr>
          <p:cNvSpPr/>
          <p:nvPr/>
        </p:nvSpPr>
        <p:spPr>
          <a:xfrm>
            <a:off x="4239006" y="1616809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0CCF8A-39CD-3AE7-2363-117E97DD7891}"/>
              </a:ext>
            </a:extLst>
          </p:cNvPr>
          <p:cNvSpPr txBox="1"/>
          <p:nvPr/>
        </p:nvSpPr>
        <p:spPr>
          <a:xfrm>
            <a:off x="4239006" y="187926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A91F37-791E-9FB0-25F9-D6189FFF83BD}"/>
              </a:ext>
            </a:extLst>
          </p:cNvPr>
          <p:cNvCxnSpPr>
            <a:cxnSpLocks/>
            <a:stCxn id="20" idx="5"/>
          </p:cNvCxnSpPr>
          <p:nvPr/>
        </p:nvCxnSpPr>
        <p:spPr>
          <a:xfrm>
            <a:off x="5019495" y="2397298"/>
            <a:ext cx="1475823" cy="622241"/>
          </a:xfrm>
          <a:prstGeom prst="line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F508A4-17C9-EB21-C724-3D46A41E8980}"/>
              </a:ext>
            </a:extLst>
          </p:cNvPr>
          <p:cNvCxnSpPr>
            <a:cxnSpLocks/>
            <a:stCxn id="8" idx="6"/>
            <a:endCxn id="20" idx="1"/>
          </p:cNvCxnSpPr>
          <p:nvPr/>
        </p:nvCxnSpPr>
        <p:spPr>
          <a:xfrm>
            <a:off x="3590359" y="1288211"/>
            <a:ext cx="782558" cy="462509"/>
          </a:xfrm>
          <a:prstGeom prst="line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F0B46-6E74-B089-895B-CFF89BBD3DAE}"/>
              </a:ext>
            </a:extLst>
          </p:cNvPr>
          <p:cNvCxnSpPr>
            <a:cxnSpLocks/>
            <a:stCxn id="20" idx="3"/>
            <a:endCxn id="13" idx="3"/>
          </p:cNvCxnSpPr>
          <p:nvPr/>
        </p:nvCxnSpPr>
        <p:spPr>
          <a:xfrm flipH="1">
            <a:off x="3590360" y="2397298"/>
            <a:ext cx="782557" cy="614318"/>
          </a:xfrm>
          <a:prstGeom prst="line">
            <a:avLst/>
          </a:prstGeom>
          <a:ln w="25400"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329B407-58E0-74E1-8315-4ED44ADD2142}"/>
              </a:ext>
            </a:extLst>
          </p:cNvPr>
          <p:cNvCxnSpPr>
            <a:cxnSpLocks/>
            <a:stCxn id="2" idx="7"/>
            <a:endCxn id="8" idx="2"/>
          </p:cNvCxnSpPr>
          <p:nvPr/>
        </p:nvCxnSpPr>
        <p:spPr>
          <a:xfrm flipV="1">
            <a:off x="1764710" y="1288211"/>
            <a:ext cx="911249" cy="403382"/>
          </a:xfrm>
          <a:prstGeom prst="line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24786C3-FDA3-B101-5AC9-4D13996D1401}"/>
              </a:ext>
            </a:extLst>
          </p:cNvPr>
          <p:cNvCxnSpPr>
            <a:cxnSpLocks/>
            <a:stCxn id="2" idx="5"/>
            <a:endCxn id="13" idx="1"/>
          </p:cNvCxnSpPr>
          <p:nvPr/>
        </p:nvCxnSpPr>
        <p:spPr>
          <a:xfrm>
            <a:off x="1764710" y="2338171"/>
            <a:ext cx="911250" cy="673445"/>
          </a:xfrm>
          <a:prstGeom prst="line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AC98693-D22A-46E7-0F7A-8279F9441281}"/>
              </a:ext>
            </a:extLst>
          </p:cNvPr>
          <p:cNvCxnSpPr>
            <a:cxnSpLocks/>
            <a:stCxn id="20" idx="7"/>
          </p:cNvCxnSpPr>
          <p:nvPr/>
        </p:nvCxnSpPr>
        <p:spPr>
          <a:xfrm flipV="1">
            <a:off x="5019495" y="1288211"/>
            <a:ext cx="1475823" cy="462509"/>
          </a:xfrm>
          <a:prstGeom prst="line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736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16AE-812B-2745-DDF6-4D506FF9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46DB325-4EE8-7654-AC2D-6B1CA58B0D5A}"/>
              </a:ext>
            </a:extLst>
          </p:cNvPr>
          <p:cNvSpPr/>
          <p:nvPr/>
        </p:nvSpPr>
        <p:spPr>
          <a:xfrm>
            <a:off x="984221" y="155768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89A1D-BD89-800F-B914-B85B5B8E0DB3}"/>
              </a:ext>
            </a:extLst>
          </p:cNvPr>
          <p:cNvSpPr txBox="1"/>
          <p:nvPr/>
        </p:nvSpPr>
        <p:spPr>
          <a:xfrm>
            <a:off x="929425" y="1809489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A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8B6F2D-FC39-3AE2-FA15-9008BD992843}"/>
              </a:ext>
            </a:extLst>
          </p:cNvPr>
          <p:cNvSpPr/>
          <p:nvPr/>
        </p:nvSpPr>
        <p:spPr>
          <a:xfrm>
            <a:off x="2675959" y="831011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2A9A18-11AD-3B86-5B6B-10846DA2AAB0}"/>
              </a:ext>
            </a:extLst>
          </p:cNvPr>
          <p:cNvSpPr txBox="1"/>
          <p:nvPr/>
        </p:nvSpPr>
        <p:spPr>
          <a:xfrm>
            <a:off x="2649623" y="108281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B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FC147F-CC30-C89D-97E3-05DD504965E0}"/>
              </a:ext>
            </a:extLst>
          </p:cNvPr>
          <p:cNvSpPr/>
          <p:nvPr/>
        </p:nvSpPr>
        <p:spPr>
          <a:xfrm>
            <a:off x="2675959" y="255441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63EA4-9D2E-ACB3-47A4-DB6BDBCC6DBD}"/>
              </a:ext>
            </a:extLst>
          </p:cNvPr>
          <p:cNvSpPr txBox="1"/>
          <p:nvPr/>
        </p:nvSpPr>
        <p:spPr>
          <a:xfrm>
            <a:off x="2675960" y="2811561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52A020-DC83-9268-CC42-E24448424F96}"/>
              </a:ext>
            </a:extLst>
          </p:cNvPr>
          <p:cNvSpPr/>
          <p:nvPr/>
        </p:nvSpPr>
        <p:spPr>
          <a:xfrm>
            <a:off x="6495318" y="257211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68D55-8E90-4628-63E1-6394F03C8878}"/>
              </a:ext>
            </a:extLst>
          </p:cNvPr>
          <p:cNvSpPr txBox="1"/>
          <p:nvPr/>
        </p:nvSpPr>
        <p:spPr>
          <a:xfrm>
            <a:off x="6495318" y="285780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E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7E0522-7635-223C-91D3-4D201FC59359}"/>
              </a:ext>
            </a:extLst>
          </p:cNvPr>
          <p:cNvSpPr/>
          <p:nvPr/>
        </p:nvSpPr>
        <p:spPr>
          <a:xfrm>
            <a:off x="6495319" y="840787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199169-77B6-DE45-2B09-99B62134679E}"/>
              </a:ext>
            </a:extLst>
          </p:cNvPr>
          <p:cNvSpPr txBox="1"/>
          <p:nvPr/>
        </p:nvSpPr>
        <p:spPr>
          <a:xfrm>
            <a:off x="6495318" y="1097932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F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798104-175A-BAB0-BE99-500AAFA831F4}"/>
              </a:ext>
            </a:extLst>
          </p:cNvPr>
          <p:cNvSpPr/>
          <p:nvPr/>
        </p:nvSpPr>
        <p:spPr>
          <a:xfrm>
            <a:off x="4239006" y="1616809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E43139-3970-545F-1D55-A508F8607DAB}"/>
              </a:ext>
            </a:extLst>
          </p:cNvPr>
          <p:cNvSpPr txBox="1"/>
          <p:nvPr/>
        </p:nvSpPr>
        <p:spPr>
          <a:xfrm>
            <a:off x="4239006" y="187926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2BD50C-CA1F-CF79-404E-C6C11873D4FC}"/>
              </a:ext>
            </a:extLst>
          </p:cNvPr>
          <p:cNvCxnSpPr>
            <a:cxnSpLocks/>
            <a:stCxn id="20" idx="5"/>
          </p:cNvCxnSpPr>
          <p:nvPr/>
        </p:nvCxnSpPr>
        <p:spPr>
          <a:xfrm>
            <a:off x="5019495" y="2397298"/>
            <a:ext cx="1475823" cy="622241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2A447F-8EB7-157E-ED36-8BD132E4E005}"/>
              </a:ext>
            </a:extLst>
          </p:cNvPr>
          <p:cNvCxnSpPr>
            <a:cxnSpLocks/>
            <a:stCxn id="8" idx="6"/>
            <a:endCxn id="20" idx="1"/>
          </p:cNvCxnSpPr>
          <p:nvPr/>
        </p:nvCxnSpPr>
        <p:spPr>
          <a:xfrm>
            <a:off x="3590359" y="1288211"/>
            <a:ext cx="782558" cy="462509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1FE7F9-49E1-F749-1E17-75DCAE38ED97}"/>
              </a:ext>
            </a:extLst>
          </p:cNvPr>
          <p:cNvCxnSpPr>
            <a:cxnSpLocks/>
            <a:stCxn id="20" idx="3"/>
            <a:endCxn id="13" idx="3"/>
          </p:cNvCxnSpPr>
          <p:nvPr/>
        </p:nvCxnSpPr>
        <p:spPr>
          <a:xfrm flipH="1">
            <a:off x="3590360" y="2397298"/>
            <a:ext cx="782557" cy="614318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2D72512-D1EB-9AFD-4964-03DB8FE7F8C6}"/>
              </a:ext>
            </a:extLst>
          </p:cNvPr>
          <p:cNvCxnSpPr>
            <a:cxnSpLocks/>
            <a:stCxn id="2" idx="7"/>
            <a:endCxn id="8" idx="2"/>
          </p:cNvCxnSpPr>
          <p:nvPr/>
        </p:nvCxnSpPr>
        <p:spPr>
          <a:xfrm flipV="1">
            <a:off x="1764710" y="1288211"/>
            <a:ext cx="911249" cy="403382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6FF93FC-54AC-8187-1ADC-B852F51607D1}"/>
              </a:ext>
            </a:extLst>
          </p:cNvPr>
          <p:cNvCxnSpPr>
            <a:cxnSpLocks/>
            <a:stCxn id="2" idx="5"/>
            <a:endCxn id="13" idx="1"/>
          </p:cNvCxnSpPr>
          <p:nvPr/>
        </p:nvCxnSpPr>
        <p:spPr>
          <a:xfrm>
            <a:off x="1764710" y="2338171"/>
            <a:ext cx="911250" cy="673445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AA7CA2A-59CE-7E46-4FB2-81780B3668E8}"/>
              </a:ext>
            </a:extLst>
          </p:cNvPr>
          <p:cNvCxnSpPr>
            <a:cxnSpLocks/>
            <a:stCxn id="20" idx="7"/>
          </p:cNvCxnSpPr>
          <p:nvPr/>
        </p:nvCxnSpPr>
        <p:spPr>
          <a:xfrm flipV="1">
            <a:off x="5019495" y="1288211"/>
            <a:ext cx="1475823" cy="462509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60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5B4E6-BE85-2BB1-8565-76585562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2DE3FD9-FA6C-5A9E-68E1-55ED1F14C4F5}"/>
              </a:ext>
            </a:extLst>
          </p:cNvPr>
          <p:cNvSpPr/>
          <p:nvPr/>
        </p:nvSpPr>
        <p:spPr>
          <a:xfrm>
            <a:off x="984221" y="155768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C5824-6149-E22C-0832-220BE1D8F80D}"/>
              </a:ext>
            </a:extLst>
          </p:cNvPr>
          <p:cNvSpPr txBox="1"/>
          <p:nvPr/>
        </p:nvSpPr>
        <p:spPr>
          <a:xfrm>
            <a:off x="929425" y="1809489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A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26B4BC-3557-D223-7755-6D3D022BB440}"/>
              </a:ext>
            </a:extLst>
          </p:cNvPr>
          <p:cNvSpPr/>
          <p:nvPr/>
        </p:nvSpPr>
        <p:spPr>
          <a:xfrm>
            <a:off x="2675959" y="831011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69D37-EF7C-51D4-967E-8A6C964DFBB6}"/>
              </a:ext>
            </a:extLst>
          </p:cNvPr>
          <p:cNvSpPr txBox="1"/>
          <p:nvPr/>
        </p:nvSpPr>
        <p:spPr>
          <a:xfrm>
            <a:off x="2649623" y="108281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B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EF811D-1F1E-67CB-7DF7-FA08CAE59717}"/>
              </a:ext>
            </a:extLst>
          </p:cNvPr>
          <p:cNvSpPr/>
          <p:nvPr/>
        </p:nvSpPr>
        <p:spPr>
          <a:xfrm>
            <a:off x="2686041" y="201488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80052-F9B4-5272-0CA6-74920FD4DEF5}"/>
              </a:ext>
            </a:extLst>
          </p:cNvPr>
          <p:cNvSpPr txBox="1"/>
          <p:nvPr/>
        </p:nvSpPr>
        <p:spPr>
          <a:xfrm>
            <a:off x="2681552" y="227202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AF0D384-9BF5-DF42-6CD7-D8BF0DDAF171}"/>
              </a:ext>
            </a:extLst>
          </p:cNvPr>
          <p:cNvSpPr/>
          <p:nvPr/>
        </p:nvSpPr>
        <p:spPr>
          <a:xfrm>
            <a:off x="3915717" y="3271464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97A49D-6C4B-458B-692E-9E5E0CCFE622}"/>
              </a:ext>
            </a:extLst>
          </p:cNvPr>
          <p:cNvSpPr txBox="1"/>
          <p:nvPr/>
        </p:nvSpPr>
        <p:spPr>
          <a:xfrm>
            <a:off x="3915717" y="3548951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E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3FD2C43-66B2-191B-3959-A3ABA8379D9E}"/>
              </a:ext>
            </a:extLst>
          </p:cNvPr>
          <p:cNvSpPr/>
          <p:nvPr/>
        </p:nvSpPr>
        <p:spPr>
          <a:xfrm>
            <a:off x="5483626" y="287725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EA32D3-38AD-27F3-1820-FC6509EC314C}"/>
              </a:ext>
            </a:extLst>
          </p:cNvPr>
          <p:cNvSpPr txBox="1"/>
          <p:nvPr/>
        </p:nvSpPr>
        <p:spPr>
          <a:xfrm>
            <a:off x="5483626" y="313439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F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23E0EF-8C2B-0055-9AE9-05576EC15C34}"/>
              </a:ext>
            </a:extLst>
          </p:cNvPr>
          <p:cNvSpPr/>
          <p:nvPr/>
        </p:nvSpPr>
        <p:spPr>
          <a:xfrm>
            <a:off x="4501608" y="146712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263BD0-C178-C27F-6D80-AC9A48FC8207}"/>
              </a:ext>
            </a:extLst>
          </p:cNvPr>
          <p:cNvSpPr txBox="1"/>
          <p:nvPr/>
        </p:nvSpPr>
        <p:spPr>
          <a:xfrm>
            <a:off x="4501608" y="172957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B93AC0-5F7E-BBF5-841F-04C1AD49D8E2}"/>
              </a:ext>
            </a:extLst>
          </p:cNvPr>
          <p:cNvCxnSpPr>
            <a:cxnSpLocks/>
            <a:stCxn id="7" idx="3"/>
            <a:endCxn id="16" idx="2"/>
          </p:cNvCxnSpPr>
          <p:nvPr/>
        </p:nvCxnSpPr>
        <p:spPr>
          <a:xfrm flipV="1">
            <a:off x="2813021" y="3728664"/>
            <a:ext cx="1102696" cy="36748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7928A9-27A5-E596-EF84-CB755AB251F3}"/>
              </a:ext>
            </a:extLst>
          </p:cNvPr>
          <p:cNvCxnSpPr>
            <a:cxnSpLocks/>
            <a:stCxn id="8" idx="6"/>
            <a:endCxn id="20" idx="1"/>
          </p:cNvCxnSpPr>
          <p:nvPr/>
        </p:nvCxnSpPr>
        <p:spPr>
          <a:xfrm>
            <a:off x="3590359" y="1288211"/>
            <a:ext cx="1045160" cy="312822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CBA1584-76E4-C718-9B20-EA4E67CE7457}"/>
              </a:ext>
            </a:extLst>
          </p:cNvPr>
          <p:cNvCxnSpPr>
            <a:cxnSpLocks/>
            <a:stCxn id="20" idx="3"/>
            <a:endCxn id="13" idx="3"/>
          </p:cNvCxnSpPr>
          <p:nvPr/>
        </p:nvCxnSpPr>
        <p:spPr>
          <a:xfrm flipH="1">
            <a:off x="3595952" y="2247611"/>
            <a:ext cx="1039567" cy="224471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6A3F26-63E1-1124-1349-EB2004A51087}"/>
              </a:ext>
            </a:extLst>
          </p:cNvPr>
          <p:cNvCxnSpPr>
            <a:cxnSpLocks/>
            <a:stCxn id="2" idx="7"/>
            <a:endCxn id="8" idx="2"/>
          </p:cNvCxnSpPr>
          <p:nvPr/>
        </p:nvCxnSpPr>
        <p:spPr>
          <a:xfrm flipV="1">
            <a:off x="1764710" y="1288211"/>
            <a:ext cx="911249" cy="403382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D4F4476-FC77-272D-EFFD-9E5F732CE4AD}"/>
              </a:ext>
            </a:extLst>
          </p:cNvPr>
          <p:cNvCxnSpPr>
            <a:cxnSpLocks/>
            <a:stCxn id="2" idx="5"/>
            <a:endCxn id="13" idx="1"/>
          </p:cNvCxnSpPr>
          <p:nvPr/>
        </p:nvCxnSpPr>
        <p:spPr>
          <a:xfrm>
            <a:off x="1764710" y="2338171"/>
            <a:ext cx="916842" cy="133911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E492A6B-2C8C-3D0C-978C-E4033D5FA9C5}"/>
              </a:ext>
            </a:extLst>
          </p:cNvPr>
          <p:cNvCxnSpPr>
            <a:cxnSpLocks/>
            <a:stCxn id="20" idx="5"/>
            <a:endCxn id="18" idx="1"/>
          </p:cNvCxnSpPr>
          <p:nvPr/>
        </p:nvCxnSpPr>
        <p:spPr>
          <a:xfrm>
            <a:off x="5282097" y="2247611"/>
            <a:ext cx="335440" cy="763552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8F443CC6-4C20-2283-1424-946A4BE7F0CA}"/>
              </a:ext>
            </a:extLst>
          </p:cNvPr>
          <p:cNvSpPr/>
          <p:nvPr/>
        </p:nvSpPr>
        <p:spPr>
          <a:xfrm>
            <a:off x="1898621" y="3271464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65C0A2-5471-ABC2-741C-9DBEFB5686F8}"/>
              </a:ext>
            </a:extLst>
          </p:cNvPr>
          <p:cNvSpPr txBox="1"/>
          <p:nvPr/>
        </p:nvSpPr>
        <p:spPr>
          <a:xfrm>
            <a:off x="1898621" y="356535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ED85C-D22F-B266-B1D9-75DDBC230847}"/>
              </a:ext>
            </a:extLst>
          </p:cNvPr>
          <p:cNvCxnSpPr>
            <a:cxnSpLocks/>
            <a:stCxn id="2" idx="4"/>
            <a:endCxn id="3" idx="1"/>
          </p:cNvCxnSpPr>
          <p:nvPr/>
        </p:nvCxnSpPr>
        <p:spPr>
          <a:xfrm>
            <a:off x="1441421" y="2472082"/>
            <a:ext cx="591111" cy="933293"/>
          </a:xfrm>
          <a:prstGeom prst="line">
            <a:avLst/>
          </a:prstGeom>
          <a:ln w="25400"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270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59D3-9697-F70F-ED9B-C93C2F17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5BE0326-6830-406B-8614-EA192666782B}"/>
              </a:ext>
            </a:extLst>
          </p:cNvPr>
          <p:cNvSpPr/>
          <p:nvPr/>
        </p:nvSpPr>
        <p:spPr>
          <a:xfrm>
            <a:off x="984221" y="1563658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4BAD7-12D9-0CFC-40AE-6B72B3901A84}"/>
              </a:ext>
            </a:extLst>
          </p:cNvPr>
          <p:cNvSpPr txBox="1"/>
          <p:nvPr/>
        </p:nvSpPr>
        <p:spPr>
          <a:xfrm>
            <a:off x="929425" y="1815465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A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5FE9E3C-313D-50B2-621D-AED04EE8D7D5}"/>
              </a:ext>
            </a:extLst>
          </p:cNvPr>
          <p:cNvSpPr/>
          <p:nvPr/>
        </p:nvSpPr>
        <p:spPr>
          <a:xfrm>
            <a:off x="2338807" y="77618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1A290-07D2-7448-E55F-368A8633BF7F}"/>
              </a:ext>
            </a:extLst>
          </p:cNvPr>
          <p:cNvSpPr txBox="1"/>
          <p:nvPr/>
        </p:nvSpPr>
        <p:spPr>
          <a:xfrm>
            <a:off x="2321793" y="1044002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B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9D6265-182F-EA7E-B1BE-A3215EADEF6A}"/>
              </a:ext>
            </a:extLst>
          </p:cNvPr>
          <p:cNvSpPr/>
          <p:nvPr/>
        </p:nvSpPr>
        <p:spPr>
          <a:xfrm>
            <a:off x="2474552" y="221557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9DD6D3-5AD1-5A9F-938F-11069596DA53}"/>
              </a:ext>
            </a:extLst>
          </p:cNvPr>
          <p:cNvSpPr txBox="1"/>
          <p:nvPr/>
        </p:nvSpPr>
        <p:spPr>
          <a:xfrm>
            <a:off x="2470063" y="247272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DF94D7-F34F-DD2F-3A87-171AA529B469}"/>
              </a:ext>
            </a:extLst>
          </p:cNvPr>
          <p:cNvSpPr/>
          <p:nvPr/>
        </p:nvSpPr>
        <p:spPr>
          <a:xfrm>
            <a:off x="4387555" y="221557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307D5B-EB29-0F43-8071-F1532582D12C}"/>
              </a:ext>
            </a:extLst>
          </p:cNvPr>
          <p:cNvSpPr txBox="1"/>
          <p:nvPr/>
        </p:nvSpPr>
        <p:spPr>
          <a:xfrm>
            <a:off x="4387555" y="2493062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E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59D314-8A21-0208-0818-6BA951E5FEEC}"/>
              </a:ext>
            </a:extLst>
          </p:cNvPr>
          <p:cNvSpPr/>
          <p:nvPr/>
        </p:nvSpPr>
        <p:spPr>
          <a:xfrm>
            <a:off x="5843358" y="221557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D87535-9180-CF9C-4586-512E79E6508F}"/>
              </a:ext>
            </a:extLst>
          </p:cNvPr>
          <p:cNvSpPr txBox="1"/>
          <p:nvPr/>
        </p:nvSpPr>
        <p:spPr>
          <a:xfrm>
            <a:off x="5843358" y="2487724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F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DC53E42-FC5A-6A35-7846-E5C98B5D6461}"/>
              </a:ext>
            </a:extLst>
          </p:cNvPr>
          <p:cNvSpPr/>
          <p:nvPr/>
        </p:nvSpPr>
        <p:spPr>
          <a:xfrm>
            <a:off x="4394465" y="708385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7DA0A2-1B2B-6D09-86BB-D1FD8A3F42BA}"/>
              </a:ext>
            </a:extLst>
          </p:cNvPr>
          <p:cNvSpPr txBox="1"/>
          <p:nvPr/>
        </p:nvSpPr>
        <p:spPr>
          <a:xfrm>
            <a:off x="4394465" y="970839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0E371F-6B2F-4B59-52A5-6226128D2CAE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3388952" y="2672775"/>
            <a:ext cx="998603" cy="0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94CEC4-023D-391B-0A00-8BCDA63ED9E6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 flipV="1">
            <a:off x="3236193" y="1170894"/>
            <a:ext cx="1158272" cy="73163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6AB8139-8B0B-297A-7CD7-584C8709A6DF}"/>
              </a:ext>
            </a:extLst>
          </p:cNvPr>
          <p:cNvCxnSpPr>
            <a:cxnSpLocks/>
            <a:stCxn id="2" idx="7"/>
            <a:endCxn id="8" idx="2"/>
          </p:cNvCxnSpPr>
          <p:nvPr/>
        </p:nvCxnSpPr>
        <p:spPr>
          <a:xfrm flipV="1">
            <a:off x="1764710" y="1233380"/>
            <a:ext cx="574097" cy="464189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50D37BA-D233-2C11-6B47-8D487626A8A4}"/>
              </a:ext>
            </a:extLst>
          </p:cNvPr>
          <p:cNvCxnSpPr>
            <a:cxnSpLocks/>
            <a:stCxn id="2" idx="5"/>
            <a:endCxn id="13" idx="1"/>
          </p:cNvCxnSpPr>
          <p:nvPr/>
        </p:nvCxnSpPr>
        <p:spPr>
          <a:xfrm>
            <a:off x="1764710" y="2344147"/>
            <a:ext cx="705353" cy="328628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05AFF0E-E8ED-8B5D-8C84-66B31ED2A49B}"/>
              </a:ext>
            </a:extLst>
          </p:cNvPr>
          <p:cNvCxnSpPr>
            <a:cxnSpLocks/>
            <a:stCxn id="21" idx="3"/>
            <a:endCxn id="18" idx="0"/>
          </p:cNvCxnSpPr>
          <p:nvPr/>
        </p:nvCxnSpPr>
        <p:spPr>
          <a:xfrm>
            <a:off x="5308865" y="1170894"/>
            <a:ext cx="991693" cy="1044681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E0BF88-7F71-1E0F-32F5-5B1E0B20310A}"/>
              </a:ext>
            </a:extLst>
          </p:cNvPr>
          <p:cNvCxnSpPr>
            <a:cxnSpLocks/>
            <a:stCxn id="12" idx="0"/>
            <a:endCxn id="8" idx="4"/>
          </p:cNvCxnSpPr>
          <p:nvPr/>
        </p:nvCxnSpPr>
        <p:spPr>
          <a:xfrm flipH="1" flipV="1">
            <a:off x="2796007" y="1690580"/>
            <a:ext cx="135745" cy="524995"/>
          </a:xfrm>
          <a:prstGeom prst="line">
            <a:avLst/>
          </a:prstGeom>
          <a:ln w="25400"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85FC00-A7F2-B7A3-EE1B-95112ECC27B8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5301955" y="2687779"/>
            <a:ext cx="541403" cy="5338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BD02FF0-730C-1EAC-D360-6E747D88D2DF}"/>
              </a:ext>
            </a:extLst>
          </p:cNvPr>
          <p:cNvCxnSpPr>
            <a:cxnSpLocks/>
            <a:stCxn id="16" idx="0"/>
            <a:endCxn id="20" idx="4"/>
          </p:cNvCxnSpPr>
          <p:nvPr/>
        </p:nvCxnSpPr>
        <p:spPr>
          <a:xfrm flipV="1">
            <a:off x="4844755" y="1622785"/>
            <a:ext cx="6910" cy="592790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AA733BD-EF6E-B993-D753-6F477CDE912B}"/>
              </a:ext>
            </a:extLst>
          </p:cNvPr>
          <p:cNvSpPr txBox="1"/>
          <p:nvPr/>
        </p:nvSpPr>
        <p:spPr>
          <a:xfrm>
            <a:off x="1778096" y="11616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26ACF9-2937-DCEC-AFB0-A83160434942}"/>
              </a:ext>
            </a:extLst>
          </p:cNvPr>
          <p:cNvSpPr txBox="1"/>
          <p:nvPr/>
        </p:nvSpPr>
        <p:spPr>
          <a:xfrm>
            <a:off x="1852157" y="24783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A95209-D6D3-A75E-6662-CF28E307CF41}"/>
              </a:ext>
            </a:extLst>
          </p:cNvPr>
          <p:cNvSpPr txBox="1"/>
          <p:nvPr/>
        </p:nvSpPr>
        <p:spPr>
          <a:xfrm>
            <a:off x="3535786" y="87472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643B62-F094-B1BF-B9F4-3C55E7806898}"/>
              </a:ext>
            </a:extLst>
          </p:cNvPr>
          <p:cNvSpPr txBox="1"/>
          <p:nvPr/>
        </p:nvSpPr>
        <p:spPr>
          <a:xfrm>
            <a:off x="3751550" y="26931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6D5DA8-A51D-5F7A-29E9-20D558905FC0}"/>
              </a:ext>
            </a:extLst>
          </p:cNvPr>
          <p:cNvSpPr txBox="1"/>
          <p:nvPr/>
        </p:nvSpPr>
        <p:spPr>
          <a:xfrm>
            <a:off x="5366020" y="2726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39A5376-0300-6A21-4A20-105AEBB414E2}"/>
              </a:ext>
            </a:extLst>
          </p:cNvPr>
          <p:cNvSpPr txBox="1"/>
          <p:nvPr/>
        </p:nvSpPr>
        <p:spPr>
          <a:xfrm>
            <a:off x="5843358" y="145561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D57D47-0399-6A94-BA39-3A1A26EA2425}"/>
              </a:ext>
            </a:extLst>
          </p:cNvPr>
          <p:cNvSpPr txBox="1"/>
          <p:nvPr/>
        </p:nvSpPr>
        <p:spPr>
          <a:xfrm>
            <a:off x="4602855" y="180147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C69E679-C448-8719-56AD-A9738906D8CA}"/>
              </a:ext>
            </a:extLst>
          </p:cNvPr>
          <p:cNvSpPr txBox="1"/>
          <p:nvPr/>
        </p:nvSpPr>
        <p:spPr>
          <a:xfrm>
            <a:off x="3035603" y="17901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1789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7DC1-E23C-6E7C-5278-B025DB54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31B12C9-DA10-7FE7-488A-A9B68DC4BB3B}"/>
              </a:ext>
            </a:extLst>
          </p:cNvPr>
          <p:cNvSpPr/>
          <p:nvPr/>
        </p:nvSpPr>
        <p:spPr>
          <a:xfrm>
            <a:off x="757363" y="1556669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CA54C-D5F4-FBE1-7077-D5D2DFF53755}"/>
              </a:ext>
            </a:extLst>
          </p:cNvPr>
          <p:cNvSpPr txBox="1"/>
          <p:nvPr/>
        </p:nvSpPr>
        <p:spPr>
          <a:xfrm>
            <a:off x="696552" y="1827119"/>
            <a:ext cx="102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A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B5FAC5-1B96-D8B1-DBD3-139AE1675AF2}"/>
              </a:ext>
            </a:extLst>
          </p:cNvPr>
          <p:cNvSpPr/>
          <p:nvPr/>
        </p:nvSpPr>
        <p:spPr>
          <a:xfrm>
            <a:off x="2338807" y="77618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B6994-2BB2-49B5-2283-17D4007FA20C}"/>
              </a:ext>
            </a:extLst>
          </p:cNvPr>
          <p:cNvSpPr txBox="1"/>
          <p:nvPr/>
        </p:nvSpPr>
        <p:spPr>
          <a:xfrm>
            <a:off x="2321793" y="1044002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B</a:t>
            </a: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7BBAFA-618C-E52E-5DD2-6545D9F9F8EB}"/>
              </a:ext>
            </a:extLst>
          </p:cNvPr>
          <p:cNvSpPr/>
          <p:nvPr/>
        </p:nvSpPr>
        <p:spPr>
          <a:xfrm>
            <a:off x="2338807" y="2230579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985324-5E3D-A6D5-6065-C6A8D1F82EB6}"/>
              </a:ext>
            </a:extLst>
          </p:cNvPr>
          <p:cNvSpPr txBox="1"/>
          <p:nvPr/>
        </p:nvSpPr>
        <p:spPr>
          <a:xfrm>
            <a:off x="2336382" y="2487724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DDEB1C-1265-0108-790D-CC2DF9AAED87}"/>
              </a:ext>
            </a:extLst>
          </p:cNvPr>
          <p:cNvSpPr/>
          <p:nvPr/>
        </p:nvSpPr>
        <p:spPr>
          <a:xfrm>
            <a:off x="4394465" y="228170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A657DC-80F1-79F8-EB9E-90327DA6ED41}"/>
              </a:ext>
            </a:extLst>
          </p:cNvPr>
          <p:cNvSpPr txBox="1"/>
          <p:nvPr/>
        </p:nvSpPr>
        <p:spPr>
          <a:xfrm>
            <a:off x="4392040" y="2538851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E</a:t>
            </a:r>
            <a:endParaRPr lang="en-US" sz="2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AECD13F-AFC2-16B6-AC23-602B70275B80}"/>
              </a:ext>
            </a:extLst>
          </p:cNvPr>
          <p:cNvSpPr/>
          <p:nvPr/>
        </p:nvSpPr>
        <p:spPr>
          <a:xfrm>
            <a:off x="5850268" y="228170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E3E867-3694-4E43-7776-79AA6771CE34}"/>
              </a:ext>
            </a:extLst>
          </p:cNvPr>
          <p:cNvSpPr txBox="1"/>
          <p:nvPr/>
        </p:nvSpPr>
        <p:spPr>
          <a:xfrm>
            <a:off x="5850268" y="2538851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F</a:t>
            </a:r>
            <a:endParaRPr lang="en-US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48FACC1-0FD9-9412-5CC1-750F81883847}"/>
              </a:ext>
            </a:extLst>
          </p:cNvPr>
          <p:cNvSpPr/>
          <p:nvPr/>
        </p:nvSpPr>
        <p:spPr>
          <a:xfrm>
            <a:off x="4394465" y="77618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820ADF-D0CE-B460-DBF9-E1814D31D469}"/>
              </a:ext>
            </a:extLst>
          </p:cNvPr>
          <p:cNvSpPr txBox="1"/>
          <p:nvPr/>
        </p:nvSpPr>
        <p:spPr>
          <a:xfrm>
            <a:off x="4377451" y="1030994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D</a:t>
            </a:r>
            <a:endParaRPr lang="en-US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7AD72A-9BDA-21D2-C4B9-E4FAB4C492CB}"/>
              </a:ext>
            </a:extLst>
          </p:cNvPr>
          <p:cNvCxnSpPr>
            <a:cxnSpLocks/>
            <a:stCxn id="12" idx="0"/>
            <a:endCxn id="8" idx="4"/>
          </p:cNvCxnSpPr>
          <p:nvPr/>
        </p:nvCxnSpPr>
        <p:spPr>
          <a:xfrm flipV="1">
            <a:off x="2796007" y="1690580"/>
            <a:ext cx="0" cy="539999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169051-B23E-4648-B7CB-E4A8DA1A8F7B}"/>
              </a:ext>
            </a:extLst>
          </p:cNvPr>
          <p:cNvCxnSpPr>
            <a:cxnSpLocks/>
            <a:stCxn id="9" idx="3"/>
            <a:endCxn id="20" idx="2"/>
          </p:cNvCxnSpPr>
          <p:nvPr/>
        </p:nvCxnSpPr>
        <p:spPr>
          <a:xfrm flipV="1">
            <a:off x="3236193" y="1233380"/>
            <a:ext cx="1158272" cy="10677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FAF2A3F-2456-522B-E336-BE8686055CF8}"/>
              </a:ext>
            </a:extLst>
          </p:cNvPr>
          <p:cNvCxnSpPr>
            <a:cxnSpLocks/>
            <a:stCxn id="2" idx="7"/>
            <a:endCxn id="8" idx="2"/>
          </p:cNvCxnSpPr>
          <p:nvPr/>
        </p:nvCxnSpPr>
        <p:spPr>
          <a:xfrm flipV="1">
            <a:off x="1537852" y="1233380"/>
            <a:ext cx="800955" cy="457200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7E00F22-2A1D-1526-2FD9-37C303C87795}"/>
              </a:ext>
            </a:extLst>
          </p:cNvPr>
          <p:cNvCxnSpPr>
            <a:cxnSpLocks/>
            <a:stCxn id="2" idx="5"/>
            <a:endCxn id="12" idx="2"/>
          </p:cNvCxnSpPr>
          <p:nvPr/>
        </p:nvCxnSpPr>
        <p:spPr>
          <a:xfrm>
            <a:off x="1537852" y="2337158"/>
            <a:ext cx="800955" cy="350621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DC704B-82BA-4154-BE00-D73DBE071FCD}"/>
              </a:ext>
            </a:extLst>
          </p:cNvPr>
          <p:cNvCxnSpPr>
            <a:cxnSpLocks/>
            <a:stCxn id="16" idx="2"/>
            <a:endCxn id="8" idx="5"/>
          </p:cNvCxnSpPr>
          <p:nvPr/>
        </p:nvCxnSpPr>
        <p:spPr>
          <a:xfrm flipH="1" flipV="1">
            <a:off x="3119296" y="1556669"/>
            <a:ext cx="1275169" cy="1182237"/>
          </a:xfrm>
          <a:prstGeom prst="line">
            <a:avLst/>
          </a:prstGeom>
          <a:ln w="25400"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718733-153C-5CAB-FC10-8D7B512F240F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>
          <a:xfrm>
            <a:off x="5308865" y="2738906"/>
            <a:ext cx="541403" cy="0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4629066-8469-37CF-D327-40BBB1B5133F}"/>
              </a:ext>
            </a:extLst>
          </p:cNvPr>
          <p:cNvCxnSpPr>
            <a:cxnSpLocks/>
            <a:stCxn id="20" idx="4"/>
            <a:endCxn id="16" idx="0"/>
          </p:cNvCxnSpPr>
          <p:nvPr/>
        </p:nvCxnSpPr>
        <p:spPr>
          <a:xfrm>
            <a:off x="4851665" y="1690580"/>
            <a:ext cx="0" cy="591126"/>
          </a:xfrm>
          <a:prstGeom prst="line">
            <a:avLst/>
          </a:prstGeom>
          <a:ln w="2540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8D5D5C3-DB28-AE67-84AD-CE50C3DA4DA5}"/>
              </a:ext>
            </a:extLst>
          </p:cNvPr>
          <p:cNvSpPr txBox="1"/>
          <p:nvPr/>
        </p:nvSpPr>
        <p:spPr>
          <a:xfrm>
            <a:off x="1778096" y="11616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862572-1C3B-F899-9D83-716F454384DD}"/>
              </a:ext>
            </a:extLst>
          </p:cNvPr>
          <p:cNvSpPr txBox="1"/>
          <p:nvPr/>
        </p:nvSpPr>
        <p:spPr>
          <a:xfrm>
            <a:off x="1713932" y="24570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509089-0C68-AF02-AA9B-54F5A8B3184C}"/>
              </a:ext>
            </a:extLst>
          </p:cNvPr>
          <p:cNvSpPr txBox="1"/>
          <p:nvPr/>
        </p:nvSpPr>
        <p:spPr>
          <a:xfrm>
            <a:off x="3535786" y="8747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2FA409-2DB2-D9D9-D1E3-9D9EFFAEDD87}"/>
              </a:ext>
            </a:extLst>
          </p:cNvPr>
          <p:cNvSpPr txBox="1"/>
          <p:nvPr/>
        </p:nvSpPr>
        <p:spPr>
          <a:xfrm>
            <a:off x="2507537" y="18425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F39EE4-0EC0-C82A-B13B-3220D082EA7C}"/>
              </a:ext>
            </a:extLst>
          </p:cNvPr>
          <p:cNvSpPr txBox="1"/>
          <p:nvPr/>
        </p:nvSpPr>
        <p:spPr>
          <a:xfrm>
            <a:off x="5372930" y="27930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D081EA-DB79-8757-C3D2-44BF1981F426}"/>
              </a:ext>
            </a:extLst>
          </p:cNvPr>
          <p:cNvSpPr txBox="1"/>
          <p:nvPr/>
        </p:nvSpPr>
        <p:spPr>
          <a:xfrm>
            <a:off x="4854017" y="1765113"/>
            <a:ext cx="518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0F0CC9-0EC6-1F62-5905-865812AFE763}"/>
              </a:ext>
            </a:extLst>
          </p:cNvPr>
          <p:cNvSpPr txBox="1"/>
          <p:nvPr/>
        </p:nvSpPr>
        <p:spPr>
          <a:xfrm>
            <a:off x="3350632" y="1960579"/>
            <a:ext cx="43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451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E26CB4-1981-A160-FCE4-020408C22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810703"/>
              </p:ext>
            </p:extLst>
          </p:nvPr>
        </p:nvGraphicFramePr>
        <p:xfrm>
          <a:off x="2106429" y="1035388"/>
          <a:ext cx="1891413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0471">
                  <a:extLst>
                    <a:ext uri="{9D8B030D-6E8A-4147-A177-3AD203B41FA5}">
                      <a16:colId xmlns:a16="http://schemas.microsoft.com/office/drawing/2014/main" val="3136262100"/>
                    </a:ext>
                  </a:extLst>
                </a:gridCol>
                <a:gridCol w="630471">
                  <a:extLst>
                    <a:ext uri="{9D8B030D-6E8A-4147-A177-3AD203B41FA5}">
                      <a16:colId xmlns:a16="http://schemas.microsoft.com/office/drawing/2014/main" val="2693352234"/>
                    </a:ext>
                  </a:extLst>
                </a:gridCol>
                <a:gridCol w="630471">
                  <a:extLst>
                    <a:ext uri="{9D8B030D-6E8A-4147-A177-3AD203B41FA5}">
                      <a16:colId xmlns:a16="http://schemas.microsoft.com/office/drawing/2014/main" val="3761018242"/>
                    </a:ext>
                  </a:extLst>
                </a:gridCol>
              </a:tblGrid>
              <a:tr h="3613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2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E8E103-D494-3E9A-2974-70FABC387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398826"/>
              </p:ext>
            </p:extLst>
          </p:nvPr>
        </p:nvGraphicFramePr>
        <p:xfrm>
          <a:off x="2106429" y="2027761"/>
          <a:ext cx="1891413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0471">
                  <a:extLst>
                    <a:ext uri="{9D8B030D-6E8A-4147-A177-3AD203B41FA5}">
                      <a16:colId xmlns:a16="http://schemas.microsoft.com/office/drawing/2014/main" val="3136262100"/>
                    </a:ext>
                  </a:extLst>
                </a:gridCol>
                <a:gridCol w="630471">
                  <a:extLst>
                    <a:ext uri="{9D8B030D-6E8A-4147-A177-3AD203B41FA5}">
                      <a16:colId xmlns:a16="http://schemas.microsoft.com/office/drawing/2014/main" val="2693352234"/>
                    </a:ext>
                  </a:extLst>
                </a:gridCol>
                <a:gridCol w="630471">
                  <a:extLst>
                    <a:ext uri="{9D8B030D-6E8A-4147-A177-3AD203B41FA5}">
                      <a16:colId xmlns:a16="http://schemas.microsoft.com/office/drawing/2014/main" val="3761018242"/>
                    </a:ext>
                  </a:extLst>
                </a:gridCol>
              </a:tblGrid>
              <a:tr h="3613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2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10BCBE-131C-95C2-9DCC-6A017E534E0A}"/>
              </a:ext>
            </a:extLst>
          </p:cNvPr>
          <p:cNvSpPr txBox="1"/>
          <p:nvPr/>
        </p:nvSpPr>
        <p:spPr>
          <a:xfrm>
            <a:off x="265815" y="765543"/>
            <a:ext cx="103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oldVals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A0183-85B1-866B-4CC4-F6C156829946}"/>
              </a:ext>
            </a:extLst>
          </p:cNvPr>
          <p:cNvSpPr txBox="1"/>
          <p:nvPr/>
        </p:nvSpPr>
        <p:spPr>
          <a:xfrm>
            <a:off x="127593" y="1218268"/>
            <a:ext cx="116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aliasVals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F3CE8-5F7B-550E-CECD-E005E4EF9996}"/>
              </a:ext>
            </a:extLst>
          </p:cNvPr>
          <p:cNvSpPr txBox="1"/>
          <p:nvPr/>
        </p:nvSpPr>
        <p:spPr>
          <a:xfrm>
            <a:off x="127593" y="2027761"/>
            <a:ext cx="116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copyVals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7E4552-58B8-CCFE-FE40-FCA6C1BE1BDE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1297173" y="950209"/>
            <a:ext cx="809256" cy="268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DA47A4-AB76-476A-DCF1-3213DC08F8A4}"/>
              </a:ext>
            </a:extLst>
          </p:cNvPr>
          <p:cNvCxnSpPr>
            <a:stCxn id="7" idx="3"/>
            <a:endCxn id="4" idx="1"/>
          </p:cNvCxnSpPr>
          <p:nvPr/>
        </p:nvCxnSpPr>
        <p:spPr>
          <a:xfrm flipV="1">
            <a:off x="1297173" y="1218268"/>
            <a:ext cx="809256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DE2F5D-15DF-737F-1C41-47EF4EECBF56}"/>
              </a:ext>
            </a:extLst>
          </p:cNvPr>
          <p:cNvCxnSpPr>
            <a:stCxn id="8" idx="3"/>
            <a:endCxn id="5" idx="1"/>
          </p:cNvCxnSpPr>
          <p:nvPr/>
        </p:nvCxnSpPr>
        <p:spPr>
          <a:xfrm flipV="1">
            <a:off x="1297173" y="2210641"/>
            <a:ext cx="809256" cy="1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E49E5A-A78C-41E9-5271-569DF6A25E4A}"/>
              </a:ext>
            </a:extLst>
          </p:cNvPr>
          <p:cNvSpPr txBox="1"/>
          <p:nvPr/>
        </p:nvSpPr>
        <p:spPr>
          <a:xfrm>
            <a:off x="102786" y="5462396"/>
            <a:ext cx="1389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currentRun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BAE85-4385-97F1-F800-CA0BC415FF55}"/>
              </a:ext>
            </a:extLst>
          </p:cNvPr>
          <p:cNvSpPr txBox="1"/>
          <p:nvPr/>
        </p:nvSpPr>
        <p:spPr>
          <a:xfrm>
            <a:off x="182526" y="4056057"/>
            <a:ext cx="103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lastRun</a:t>
            </a:r>
            <a:endParaRPr lang="en-US" b="1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0B1795-6496-587F-9E19-5A2CB42658B6}"/>
              </a:ext>
            </a:extLst>
          </p:cNvPr>
          <p:cNvSpPr/>
          <p:nvPr/>
        </p:nvSpPr>
        <p:spPr>
          <a:xfrm>
            <a:off x="127592" y="4425389"/>
            <a:ext cx="1307804" cy="3827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0x5ab12c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476DC43-7DE7-5227-405D-24BFBF7C45AD}"/>
              </a:ext>
            </a:extLst>
          </p:cNvPr>
          <p:cNvSpPr/>
          <p:nvPr/>
        </p:nvSpPr>
        <p:spPr>
          <a:xfrm>
            <a:off x="127592" y="5915121"/>
            <a:ext cx="1307804" cy="3827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0x5ab12c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299313-BA18-2E88-92BC-6BA0F8C84A83}"/>
              </a:ext>
            </a:extLst>
          </p:cNvPr>
          <p:cNvSpPr txBox="1"/>
          <p:nvPr/>
        </p:nvSpPr>
        <p:spPr>
          <a:xfrm>
            <a:off x="3220779" y="4438829"/>
            <a:ext cx="1554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Run Record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B71A79E-F1DD-B915-966C-8CD77DF62517}"/>
              </a:ext>
            </a:extLst>
          </p:cNvPr>
          <p:cNvSpPr/>
          <p:nvPr/>
        </p:nvSpPr>
        <p:spPr>
          <a:xfrm>
            <a:off x="3030279" y="4814881"/>
            <a:ext cx="1935125" cy="11002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seconds: 300</a:t>
            </a:r>
          </a:p>
          <a:p>
            <a:r>
              <a:rPr lang="en-US" dirty="0"/>
              <a:t>miles = 1.5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8A2272-1E20-7057-0B08-DACDF2874E2B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1435396" y="4616775"/>
            <a:ext cx="1594883" cy="748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0DC101-3A6B-5B53-6D4D-591EAA6322E0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1435396" y="5365001"/>
            <a:ext cx="1594883" cy="741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3D8CADC-874C-76D5-DCE7-29C5E1BB5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390586"/>
              </p:ext>
            </p:extLst>
          </p:nvPr>
        </p:nvGraphicFramePr>
        <p:xfrm>
          <a:off x="4774903" y="1587600"/>
          <a:ext cx="2082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totalMinutes</a:t>
                      </a:r>
                      <a:r>
                        <a:rPr lang="en-US" dirty="0"/>
                        <a:t>: 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hours: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minutes: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563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result: 0x12345a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625412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2F4D992-E2BF-DC11-4FA2-076CE65F6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006838"/>
              </p:ext>
            </p:extLst>
          </p:nvPr>
        </p:nvGraphicFramePr>
        <p:xfrm>
          <a:off x="8741144" y="1242882"/>
          <a:ext cx="2082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totalMinutes</a:t>
                      </a:r>
                      <a:r>
                        <a:rPr lang="en-US" dirty="0"/>
                        <a:t>: 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hours: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minutes: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563267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703328F-A99E-289A-9B11-78A677079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248427"/>
              </p:ext>
            </p:extLst>
          </p:nvPr>
        </p:nvGraphicFramePr>
        <p:xfrm>
          <a:off x="8741144" y="3156020"/>
          <a:ext cx="20828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totalMinutes</a:t>
                      </a:r>
                      <a:r>
                        <a:rPr lang="en-US" dirty="0"/>
                        <a:t>: 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result: 0x12345a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0AAEF4CD-8C25-4319-3D04-338EA7C5ABAF}"/>
              </a:ext>
            </a:extLst>
          </p:cNvPr>
          <p:cNvSpPr txBox="1"/>
          <p:nvPr/>
        </p:nvSpPr>
        <p:spPr>
          <a:xfrm>
            <a:off x="5174215" y="1058216"/>
            <a:ext cx="12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 main()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00455D-4FCA-0F32-3EC2-4CE0BE057456}"/>
              </a:ext>
            </a:extLst>
          </p:cNvPr>
          <p:cNvSpPr txBox="1"/>
          <p:nvPr/>
        </p:nvSpPr>
        <p:spPr>
          <a:xfrm>
            <a:off x="8579293" y="765543"/>
            <a:ext cx="240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 </a:t>
            </a:r>
            <a:r>
              <a:rPr lang="en-US" b="1" dirty="0" err="1"/>
              <a:t>convertPrimitive</a:t>
            </a:r>
            <a:r>
              <a:rPr lang="en-US" b="1" dirty="0"/>
              <a:t>()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13288F-1CEB-629D-39EE-A317CDEEEDFA}"/>
              </a:ext>
            </a:extLst>
          </p:cNvPr>
          <p:cNvSpPr txBox="1"/>
          <p:nvPr/>
        </p:nvSpPr>
        <p:spPr>
          <a:xfrm>
            <a:off x="8579293" y="2701628"/>
            <a:ext cx="240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 </a:t>
            </a:r>
            <a:r>
              <a:rPr lang="en-US" b="1" dirty="0" err="1"/>
              <a:t>convertObjective</a:t>
            </a:r>
            <a:r>
              <a:rPr lang="en-US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04995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53EA27-1F7C-5A2E-0DF0-1BA063138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075950"/>
              </p:ext>
            </p:extLst>
          </p:nvPr>
        </p:nvGraphicFramePr>
        <p:xfrm>
          <a:off x="618386" y="939308"/>
          <a:ext cx="2082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totalMinutes</a:t>
                      </a:r>
                      <a:r>
                        <a:rPr lang="en-US" dirty="0"/>
                        <a:t>: 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hours: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minutes: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563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result: 0x12345a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6254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E476F0-525D-C6F9-82EB-87824E1F0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166191"/>
              </p:ext>
            </p:extLst>
          </p:nvPr>
        </p:nvGraphicFramePr>
        <p:xfrm>
          <a:off x="5261935" y="939308"/>
          <a:ext cx="2082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totalMinutes</a:t>
                      </a:r>
                      <a:r>
                        <a:rPr lang="en-US" dirty="0"/>
                        <a:t>: 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hours: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minutes: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5632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6D64C0-E270-843E-7E1B-B9B799BB8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327079"/>
              </p:ext>
            </p:extLst>
          </p:nvPr>
        </p:nvGraphicFramePr>
        <p:xfrm>
          <a:off x="618385" y="3863783"/>
          <a:ext cx="20828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totalMinutes</a:t>
                      </a:r>
                      <a:r>
                        <a:rPr lang="en-US" dirty="0"/>
                        <a:t>: 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result: 0x12345a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29DA9C-E5C0-A4A9-A598-BD25051ABF94}"/>
              </a:ext>
            </a:extLst>
          </p:cNvPr>
          <p:cNvSpPr txBox="1"/>
          <p:nvPr/>
        </p:nvSpPr>
        <p:spPr>
          <a:xfrm>
            <a:off x="1017698" y="461969"/>
            <a:ext cx="12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F7EC6-EACA-75B2-E416-C34096F70C24}"/>
              </a:ext>
            </a:extLst>
          </p:cNvPr>
          <p:cNvSpPr txBox="1"/>
          <p:nvPr/>
        </p:nvSpPr>
        <p:spPr>
          <a:xfrm>
            <a:off x="5100084" y="461969"/>
            <a:ext cx="240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 </a:t>
            </a:r>
            <a:r>
              <a:rPr lang="en-US" b="1" dirty="0" err="1"/>
              <a:t>convertPrimitive</a:t>
            </a:r>
            <a:r>
              <a:rPr lang="en-US" b="1" dirty="0"/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85928-2819-1329-DD41-DC5152D37834}"/>
              </a:ext>
            </a:extLst>
          </p:cNvPr>
          <p:cNvSpPr txBox="1"/>
          <p:nvPr/>
        </p:nvSpPr>
        <p:spPr>
          <a:xfrm>
            <a:off x="456534" y="3471597"/>
            <a:ext cx="240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 </a:t>
            </a:r>
            <a:r>
              <a:rPr lang="en-US" b="1" dirty="0" err="1"/>
              <a:t>convertObjective</a:t>
            </a:r>
            <a:r>
              <a:rPr lang="en-US" b="1" dirty="0"/>
              <a:t>()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F883BC1-C6EF-1217-4CBE-64D794551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24385"/>
              </p:ext>
            </p:extLst>
          </p:nvPr>
        </p:nvGraphicFramePr>
        <p:xfrm>
          <a:off x="5311150" y="3863783"/>
          <a:ext cx="20828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hours: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minutes: 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1E0F932-596D-38B8-329B-6AEE2D69373C}"/>
              </a:ext>
            </a:extLst>
          </p:cNvPr>
          <p:cNvSpPr txBox="1"/>
          <p:nvPr/>
        </p:nvSpPr>
        <p:spPr>
          <a:xfrm>
            <a:off x="5149299" y="3425219"/>
            <a:ext cx="240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TimeResult</a:t>
            </a:r>
            <a:r>
              <a:rPr lang="en-US" b="1" dirty="0"/>
              <a:t> Object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B48BA5-E2A6-AE95-11E9-7331F38C7254}"/>
              </a:ext>
            </a:extLst>
          </p:cNvPr>
          <p:cNvCxnSpPr/>
          <p:nvPr/>
        </p:nvCxnSpPr>
        <p:spPr>
          <a:xfrm>
            <a:off x="2764355" y="1988236"/>
            <a:ext cx="2465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18F8ED-D4F2-D898-D3B4-FDAFFDAC04A3}"/>
              </a:ext>
            </a:extLst>
          </p:cNvPr>
          <p:cNvSpPr txBox="1"/>
          <p:nvPr/>
        </p:nvSpPr>
        <p:spPr>
          <a:xfrm>
            <a:off x="3132210" y="1589792"/>
            <a:ext cx="1698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copies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03FEF5-D1E4-2911-CD4C-7ECE99A75FB7}"/>
              </a:ext>
            </a:extLst>
          </p:cNvPr>
          <p:cNvSpPr txBox="1"/>
          <p:nvPr/>
        </p:nvSpPr>
        <p:spPr>
          <a:xfrm>
            <a:off x="1376507" y="2924015"/>
            <a:ext cx="2242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copies the reference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33632F8-A14A-5D2B-18C4-3F8494081763}"/>
              </a:ext>
            </a:extLst>
          </p:cNvPr>
          <p:cNvCxnSpPr>
            <a:cxnSpLocks/>
          </p:cNvCxnSpPr>
          <p:nvPr/>
        </p:nvCxnSpPr>
        <p:spPr>
          <a:xfrm>
            <a:off x="2701184" y="4440518"/>
            <a:ext cx="252904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5BC1E96-DE84-B8D4-4E38-C92D2ED9D72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701184" y="2317836"/>
            <a:ext cx="2448115" cy="129204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FFE4942-1DD2-5AAF-9631-3236F058C39A}"/>
              </a:ext>
            </a:extLst>
          </p:cNvPr>
          <p:cNvSpPr txBox="1"/>
          <p:nvPr/>
        </p:nvSpPr>
        <p:spPr>
          <a:xfrm>
            <a:off x="4852862" y="2043764"/>
            <a:ext cx="299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copy of primitive values changes stay local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2CD4F16-2378-978B-B375-491A3D0730E9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1659785" y="2422668"/>
            <a:ext cx="1" cy="104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262BBB6-B62D-3D92-744C-4597358E0A81}"/>
              </a:ext>
            </a:extLst>
          </p:cNvPr>
          <p:cNvSpPr txBox="1"/>
          <p:nvPr/>
        </p:nvSpPr>
        <p:spPr>
          <a:xfrm>
            <a:off x="295803" y="4628317"/>
            <a:ext cx="299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reference is copied, but both references point to the same object</a:t>
            </a:r>
          </a:p>
        </p:txBody>
      </p:sp>
    </p:spTree>
    <p:extLst>
      <p:ext uri="{BB962C8B-B14F-4D97-AF65-F5344CB8AC3E}">
        <p14:creationId xmlns:p14="http://schemas.microsoft.com/office/powerpoint/2010/main" val="4288923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CC1AE1-E137-0287-FC92-4E456F7B0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634096"/>
              </p:ext>
            </p:extLst>
          </p:nvPr>
        </p:nvGraphicFramePr>
        <p:xfrm>
          <a:off x="5261935" y="939308"/>
          <a:ext cx="20828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&lt;&lt;interface&gt;&gt;</a:t>
                      </a:r>
                    </a:p>
                    <a:p>
                      <a:pPr algn="ctr"/>
                      <a:r>
                        <a:rPr lang="en-US" dirty="0"/>
                        <a:t>DrawableInterface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+drawMe():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71DC8D-387E-5160-63B1-7AADE4E72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681770"/>
              </p:ext>
            </p:extLst>
          </p:nvPr>
        </p:nvGraphicFramePr>
        <p:xfrm>
          <a:off x="1118781" y="2923540"/>
          <a:ext cx="20828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highlight>
                            <a:srgbClr val="FFFF00"/>
                          </a:highlight>
                        </a:rPr>
                        <a:t>Shape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r>
                        <a:rPr lang="en-US" dirty="0" err="1"/>
                        <a:t>getName</a:t>
                      </a:r>
                      <a:r>
                        <a:rPr lang="en-US" dirty="0"/>
                        <a:t>(): String</a:t>
                      </a:r>
                    </a:p>
                    <a:p>
                      <a:pPr algn="ctr"/>
                      <a:r>
                        <a:rPr lang="en-US" i="1" dirty="0">
                          <a:highlight>
                            <a:srgbClr val="FFFF00"/>
                          </a:highlight>
                        </a:rPr>
                        <a:t>+</a:t>
                      </a:r>
                      <a:r>
                        <a:rPr lang="en-US" i="1" dirty="0" err="1">
                          <a:highlight>
                            <a:srgbClr val="FFFF00"/>
                          </a:highlight>
                        </a:rPr>
                        <a:t>getArea</a:t>
                      </a:r>
                      <a:r>
                        <a:rPr lang="en-US" i="1" dirty="0">
                          <a:highlight>
                            <a:srgbClr val="FFFF00"/>
                          </a:highlight>
                        </a:rPr>
                        <a:t>(): 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2AFD4D-5778-D32F-28C9-A4DBC3AF0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749323"/>
              </p:ext>
            </p:extLst>
          </p:nvPr>
        </p:nvGraphicFramePr>
        <p:xfrm>
          <a:off x="4131339" y="2923540"/>
          <a:ext cx="3683591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591">
                  <a:extLst>
                    <a:ext uri="{9D8B030D-6E8A-4147-A177-3AD203B41FA5}">
                      <a16:colId xmlns:a16="http://schemas.microsoft.com/office/drawing/2014/main" val="249780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Shape </a:t>
                      </a:r>
                      <a:r>
                        <a:rPr lang="en-US" i="0" dirty="0">
                          <a:highlight>
                            <a:srgbClr val="C0C0C0"/>
                          </a:highlight>
                        </a:rPr>
                        <a:t>{abstract}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5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+</a:t>
                      </a:r>
                      <a:r>
                        <a:rPr lang="en-US" i="0" dirty="0" err="1"/>
                        <a:t>getName</a:t>
                      </a:r>
                      <a:r>
                        <a:rPr lang="en-US" i="0" dirty="0"/>
                        <a:t>(): String</a:t>
                      </a:r>
                    </a:p>
                    <a:p>
                      <a:pPr algn="ctr"/>
                      <a:r>
                        <a:rPr lang="en-US" i="0" dirty="0"/>
                        <a:t>+</a:t>
                      </a:r>
                      <a:r>
                        <a:rPr lang="en-US" i="0" dirty="0" err="1"/>
                        <a:t>getArea</a:t>
                      </a:r>
                      <a:r>
                        <a:rPr lang="en-US" i="0" dirty="0"/>
                        <a:t>(): double </a:t>
                      </a:r>
                      <a:r>
                        <a:rPr lang="en-US" i="0" dirty="0">
                          <a:highlight>
                            <a:srgbClr val="C0C0C0"/>
                          </a:highlight>
                        </a:rPr>
                        <a:t>{abstract}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2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617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C3E4EF-0F9D-00AE-5046-D72302D54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2869"/>
              </p:ext>
            </p:extLst>
          </p:nvPr>
        </p:nvGraphicFramePr>
        <p:xfrm>
          <a:off x="2032000" y="719664"/>
          <a:ext cx="3698949" cy="5022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949">
                  <a:extLst>
                    <a:ext uri="{9D8B030D-6E8A-4147-A177-3AD203B41FA5}">
                      <a16:colId xmlns:a16="http://schemas.microsoft.com/office/drawing/2014/main" val="3210903352"/>
                    </a:ext>
                  </a:extLst>
                </a:gridCol>
              </a:tblGrid>
              <a:tr h="12475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countDown(1)</a:t>
                      </a:r>
                    </a:p>
                    <a:p>
                      <a:pPr algn="ctr"/>
                      <a:r>
                        <a:rPr lang="en-US" dirty="0"/>
                        <a:t>int n = 1</a:t>
                      </a:r>
                    </a:p>
                    <a:p>
                      <a:pPr algn="ctr"/>
                      <a:r>
                        <a:rPr lang="en-US" dirty="0"/>
                        <a:t>waiting for deeper call to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083421"/>
                  </a:ext>
                </a:extLst>
              </a:tr>
              <a:tr h="12475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countDown(2)</a:t>
                      </a:r>
                    </a:p>
                    <a:p>
                      <a:pPr algn="ctr"/>
                      <a:r>
                        <a:rPr lang="en-US" dirty="0"/>
                        <a:t>int n = 2</a:t>
                      </a:r>
                    </a:p>
                    <a:p>
                      <a:pPr algn="ctr"/>
                      <a:r>
                        <a:rPr lang="en-US" dirty="0"/>
                        <a:t>waiting for deeper call to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103063"/>
                  </a:ext>
                </a:extLst>
              </a:tr>
              <a:tr h="12475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countDown(3)</a:t>
                      </a:r>
                    </a:p>
                    <a:p>
                      <a:pPr algn="ctr"/>
                      <a:r>
                        <a:rPr lang="en-US" dirty="0"/>
                        <a:t>int n = 3</a:t>
                      </a:r>
                    </a:p>
                    <a:p>
                      <a:pPr algn="ctr"/>
                      <a:r>
                        <a:rPr lang="en-US" dirty="0"/>
                        <a:t>waiting for deeper call to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038093"/>
                  </a:ext>
                </a:extLst>
              </a:tr>
              <a:tr h="12475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main()</a:t>
                      </a:r>
                    </a:p>
                    <a:p>
                      <a:pPr algn="ctr"/>
                      <a:r>
                        <a:rPr lang="en-US" dirty="0"/>
                        <a:t>(program entry point)</a:t>
                      </a:r>
                    </a:p>
                    <a:p>
                      <a:pPr algn="ctr"/>
                      <a:r>
                        <a:rPr lang="en-US" dirty="0"/>
                        <a:t>will receive result when recursion completes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41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759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3EFCAB-59E8-547C-8287-9EF8C77F8DDC}"/>
              </a:ext>
            </a:extLst>
          </p:cNvPr>
          <p:cNvSpPr/>
          <p:nvPr/>
        </p:nvSpPr>
        <p:spPr>
          <a:xfrm>
            <a:off x="1552354" y="2047406"/>
            <a:ext cx="1424763" cy="637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0x7000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B8AFC-5583-2339-51BA-5E2240E86F21}"/>
              </a:ext>
            </a:extLst>
          </p:cNvPr>
          <p:cNvSpPr/>
          <p:nvPr/>
        </p:nvSpPr>
        <p:spPr>
          <a:xfrm>
            <a:off x="1552353" y="3512289"/>
            <a:ext cx="1424763" cy="637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0x7000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C4D3C-AFCF-1166-9CAD-825C17A25328}"/>
              </a:ext>
            </a:extLst>
          </p:cNvPr>
          <p:cNvSpPr txBox="1"/>
          <p:nvPr/>
        </p:nvSpPr>
        <p:spPr>
          <a:xfrm>
            <a:off x="1701208" y="1600839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obj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13027-9AF0-FC08-DAE2-F30EE5E05369}"/>
              </a:ext>
            </a:extLst>
          </p:cNvPr>
          <p:cNvSpPr txBox="1"/>
          <p:nvPr/>
        </p:nvSpPr>
        <p:spPr>
          <a:xfrm>
            <a:off x="1701207" y="3065722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obj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63270-0D12-77A3-3FA2-A1E9AFF0AC90}"/>
              </a:ext>
            </a:extLst>
          </p:cNvPr>
          <p:cNvSpPr txBox="1"/>
          <p:nvPr/>
        </p:nvSpPr>
        <p:spPr>
          <a:xfrm>
            <a:off x="1701207" y="904294"/>
            <a:ext cx="11270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A854E9-FF28-FF88-22F8-50A5E7EC8198}"/>
              </a:ext>
            </a:extLst>
          </p:cNvPr>
          <p:cNvSpPr txBox="1"/>
          <p:nvPr/>
        </p:nvSpPr>
        <p:spPr>
          <a:xfrm>
            <a:off x="5372984" y="908223"/>
            <a:ext cx="11270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Heap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9EF52E1-8AB1-FE5F-2B69-E04072827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900968"/>
              </p:ext>
            </p:extLst>
          </p:nvPr>
        </p:nvGraphicFramePr>
        <p:xfrm>
          <a:off x="4316818" y="2847946"/>
          <a:ext cx="3179136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712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1059712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  <a:gridCol w="1059712">
                  <a:extLst>
                    <a:ext uri="{9D8B030D-6E8A-4147-A177-3AD203B41FA5}">
                      <a16:colId xmlns:a16="http://schemas.microsoft.com/office/drawing/2014/main" val="3600845548"/>
                    </a:ext>
                  </a:extLst>
                </a:gridCol>
              </a:tblGrid>
              <a:tr h="43789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70BB105-CD1B-605E-7A93-2E7C0C517573}"/>
              </a:ext>
            </a:extLst>
          </p:cNvPr>
          <p:cNvSpPr txBox="1"/>
          <p:nvPr/>
        </p:nvSpPr>
        <p:spPr>
          <a:xfrm>
            <a:off x="4536556" y="2332075"/>
            <a:ext cx="2739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Heap array at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0x7000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57C55B-A48F-9AE4-90F9-60BF20F86AB8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2977117" y="2366382"/>
            <a:ext cx="1339701" cy="758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551C8D6-70D7-182C-BDBF-83369F5F4469}"/>
              </a:ext>
            </a:extLst>
          </p:cNvPr>
          <p:cNvCxnSpPr>
            <a:stCxn id="6" idx="3"/>
            <a:endCxn id="11" idx="1"/>
          </p:cNvCxnSpPr>
          <p:nvPr/>
        </p:nvCxnSpPr>
        <p:spPr>
          <a:xfrm flipV="1">
            <a:off x="2977116" y="3076546"/>
            <a:ext cx="1339702" cy="75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039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5E922D-B96B-DE25-EB91-2AADD7D11C5F}"/>
              </a:ext>
            </a:extLst>
          </p:cNvPr>
          <p:cNvSpPr/>
          <p:nvPr/>
        </p:nvSpPr>
        <p:spPr>
          <a:xfrm>
            <a:off x="1392868" y="1964115"/>
            <a:ext cx="1424763" cy="5434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0x6000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8A72D-2354-625C-7B06-7DB4A8BCB6F2}"/>
              </a:ext>
            </a:extLst>
          </p:cNvPr>
          <p:cNvSpPr txBox="1"/>
          <p:nvPr/>
        </p:nvSpPr>
        <p:spPr>
          <a:xfrm>
            <a:off x="1541722" y="1517547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028842-1F2A-3C44-E209-48E7A9773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583470"/>
              </p:ext>
            </p:extLst>
          </p:nvPr>
        </p:nvGraphicFramePr>
        <p:xfrm>
          <a:off x="4316818" y="2056092"/>
          <a:ext cx="2640164" cy="400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082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1320082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</a:tblGrid>
              <a:tr h="4001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0x7000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939D8A-5E99-6C04-0C6A-12DC89C5F74B}"/>
              </a:ext>
            </a:extLst>
          </p:cNvPr>
          <p:cNvSpPr txBox="1"/>
          <p:nvPr/>
        </p:nvSpPr>
        <p:spPr>
          <a:xfrm>
            <a:off x="4316818" y="988136"/>
            <a:ext cx="2739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row-pointer table</a:t>
            </a:r>
          </a:p>
          <a:p>
            <a:pPr algn="ctr"/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(heap 0x6000)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04C135-7857-577E-134F-110508B08F85}"/>
              </a:ext>
            </a:extLst>
          </p:cNvPr>
          <p:cNvCxnSpPr>
            <a:cxnSpLocks/>
          </p:cNvCxnSpPr>
          <p:nvPr/>
        </p:nvCxnSpPr>
        <p:spPr>
          <a:xfrm>
            <a:off x="2852614" y="2278747"/>
            <a:ext cx="6202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4481198-8610-6594-DFE7-2D9C6BEC5C62}"/>
              </a:ext>
            </a:extLst>
          </p:cNvPr>
          <p:cNvSpPr txBox="1"/>
          <p:nvPr/>
        </p:nvSpPr>
        <p:spPr>
          <a:xfrm>
            <a:off x="3346577" y="2066974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row 0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EF93671-6BE9-E092-28FC-77BF64831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510161"/>
              </p:ext>
            </p:extLst>
          </p:nvPr>
        </p:nvGraphicFramePr>
        <p:xfrm>
          <a:off x="4316818" y="2471369"/>
          <a:ext cx="2640164" cy="400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082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1320082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</a:tblGrid>
              <a:tr h="4001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0x6008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0x9000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1497FF3-7427-030F-949B-6174AB606A23}"/>
              </a:ext>
            </a:extLst>
          </p:cNvPr>
          <p:cNvSpPr txBox="1"/>
          <p:nvPr/>
        </p:nvSpPr>
        <p:spPr>
          <a:xfrm>
            <a:off x="3346577" y="2472827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row 1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3E2D9F7-C3CD-CD0E-E9A6-C3D3F91C5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053756"/>
              </p:ext>
            </p:extLst>
          </p:nvPr>
        </p:nvGraphicFramePr>
        <p:xfrm>
          <a:off x="8131456" y="1329965"/>
          <a:ext cx="3190131" cy="707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377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1063377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  <a:gridCol w="1063377">
                  <a:extLst>
                    <a:ext uri="{9D8B030D-6E8A-4147-A177-3AD203B41FA5}">
                      <a16:colId xmlns:a16="http://schemas.microsoft.com/office/drawing/2014/main" val="1057916831"/>
                    </a:ext>
                  </a:extLst>
                </a:gridCol>
              </a:tblGrid>
              <a:tr h="707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9D2811F-228C-57C6-47B7-A8125553D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279221"/>
              </p:ext>
            </p:extLst>
          </p:nvPr>
        </p:nvGraphicFramePr>
        <p:xfrm>
          <a:off x="8131455" y="3006203"/>
          <a:ext cx="3190131" cy="707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377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1063377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  <a:gridCol w="1063377">
                  <a:extLst>
                    <a:ext uri="{9D8B030D-6E8A-4147-A177-3AD203B41FA5}">
                      <a16:colId xmlns:a16="http://schemas.microsoft.com/office/drawing/2014/main" val="1057916831"/>
                    </a:ext>
                  </a:extLst>
                </a:gridCol>
              </a:tblGrid>
              <a:tr h="707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0x9004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0x9008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682673B-4123-076A-2F9C-2B768E85A9AA}"/>
              </a:ext>
            </a:extLst>
          </p:cNvPr>
          <p:cNvSpPr txBox="1"/>
          <p:nvPr/>
        </p:nvSpPr>
        <p:spPr>
          <a:xfrm>
            <a:off x="8385557" y="804558"/>
            <a:ext cx="2681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(heap 0x7000)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5494CB-C0B8-91EE-5615-D87D07A4A1F0}"/>
              </a:ext>
            </a:extLst>
          </p:cNvPr>
          <p:cNvSpPr txBox="1"/>
          <p:nvPr/>
        </p:nvSpPr>
        <p:spPr>
          <a:xfrm>
            <a:off x="8385557" y="2480796"/>
            <a:ext cx="2681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(heap 0x9000)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08EBDC-B563-DF31-49B6-2058F19BF7F9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956982" y="1683908"/>
            <a:ext cx="1174474" cy="572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438BF2-CF36-DD96-5729-854F8672E2C2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6956982" y="2671424"/>
            <a:ext cx="1174473" cy="688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AC64562-4395-6AED-6B4D-6FA0F3866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488371"/>
              </p:ext>
            </p:extLst>
          </p:nvPr>
        </p:nvGraphicFramePr>
        <p:xfrm>
          <a:off x="6096000" y="5174092"/>
          <a:ext cx="5946954" cy="707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1159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1057916831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1412991784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2530980497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3474105227"/>
                    </a:ext>
                  </a:extLst>
                </a:gridCol>
              </a:tblGrid>
              <a:tr h="707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44DDB77C-0A02-2022-0660-F22374DFF9AF}"/>
              </a:ext>
            </a:extLst>
          </p:cNvPr>
          <p:cNvSpPr txBox="1"/>
          <p:nvPr/>
        </p:nvSpPr>
        <p:spPr>
          <a:xfrm>
            <a:off x="7728514" y="4620094"/>
            <a:ext cx="2681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(stack 0x7000)</a:t>
            </a:r>
          </a:p>
        </p:txBody>
      </p:sp>
      <p:sp>
        <p:nvSpPr>
          <p:cNvPr id="49" name="Left Bracket 48">
            <a:extLst>
              <a:ext uri="{FF2B5EF4-FFF2-40B4-BE49-F238E27FC236}">
                <a16:creationId xmlns:a16="http://schemas.microsoft.com/office/drawing/2014/main" id="{1D45267C-F2A6-CAAD-2BF9-C81BD1BA6976}"/>
              </a:ext>
            </a:extLst>
          </p:cNvPr>
          <p:cNvSpPr/>
          <p:nvPr/>
        </p:nvSpPr>
        <p:spPr>
          <a:xfrm rot="16200000">
            <a:off x="7422307" y="4720371"/>
            <a:ext cx="304693" cy="2752623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eft Bracket 49">
            <a:extLst>
              <a:ext uri="{FF2B5EF4-FFF2-40B4-BE49-F238E27FC236}">
                <a16:creationId xmlns:a16="http://schemas.microsoft.com/office/drawing/2014/main" id="{5FFB89F9-5972-CE72-F1EE-85967D00DC78}"/>
              </a:ext>
            </a:extLst>
          </p:cNvPr>
          <p:cNvSpPr/>
          <p:nvPr/>
        </p:nvSpPr>
        <p:spPr>
          <a:xfrm rot="16200000">
            <a:off x="10410602" y="4720371"/>
            <a:ext cx="304693" cy="2752623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E1640F-98A9-36B4-22AD-A141996EBCF4}"/>
              </a:ext>
            </a:extLst>
          </p:cNvPr>
          <p:cNvSpPr txBox="1"/>
          <p:nvPr/>
        </p:nvSpPr>
        <p:spPr>
          <a:xfrm>
            <a:off x="7011127" y="6294237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row 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C28F24-B987-8802-E87F-41DC185641A6}"/>
              </a:ext>
            </a:extLst>
          </p:cNvPr>
          <p:cNvSpPr txBox="1"/>
          <p:nvPr/>
        </p:nvSpPr>
        <p:spPr>
          <a:xfrm>
            <a:off x="9846914" y="6311386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row 1</a:t>
            </a: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4DC62E9C-26CA-A712-EC2C-05478245B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778361"/>
              </p:ext>
            </p:extLst>
          </p:nvPr>
        </p:nvGraphicFramePr>
        <p:xfrm>
          <a:off x="2138093" y="5161978"/>
          <a:ext cx="3190131" cy="707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377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1063377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  <a:gridCol w="1063377">
                  <a:extLst>
                    <a:ext uri="{9D8B030D-6E8A-4147-A177-3AD203B41FA5}">
                      <a16:colId xmlns:a16="http://schemas.microsoft.com/office/drawing/2014/main" val="1057916831"/>
                    </a:ext>
                  </a:extLst>
                </a:gridCol>
              </a:tblGrid>
              <a:tr h="707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199F5A99-003C-A1D2-FA17-B448763CCB1B}"/>
              </a:ext>
            </a:extLst>
          </p:cNvPr>
          <p:cNvSpPr txBox="1"/>
          <p:nvPr/>
        </p:nvSpPr>
        <p:spPr>
          <a:xfrm>
            <a:off x="2392194" y="4636571"/>
            <a:ext cx="2681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(heap 0x7000)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83517C3-4FB0-A1BB-6C90-2A21566467BA}"/>
              </a:ext>
            </a:extLst>
          </p:cNvPr>
          <p:cNvSpPr/>
          <p:nvPr/>
        </p:nvSpPr>
        <p:spPr>
          <a:xfrm>
            <a:off x="9427" y="5199686"/>
            <a:ext cx="1424763" cy="5434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0x7000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319C11-23A0-A81D-03EE-61D19E00F053}"/>
              </a:ext>
            </a:extLst>
          </p:cNvPr>
          <p:cNvSpPr txBox="1"/>
          <p:nvPr/>
        </p:nvSpPr>
        <p:spPr>
          <a:xfrm>
            <a:off x="158281" y="4753118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arr</a:t>
            </a:r>
            <a:endParaRPr lang="en-US" sz="20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E94A2F5-3BC0-EFA4-6D89-0D2269A56AD4}"/>
              </a:ext>
            </a:extLst>
          </p:cNvPr>
          <p:cNvCxnSpPr>
            <a:cxnSpLocks/>
          </p:cNvCxnSpPr>
          <p:nvPr/>
        </p:nvCxnSpPr>
        <p:spPr>
          <a:xfrm>
            <a:off x="1459746" y="5476610"/>
            <a:ext cx="6202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341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077A89-EBCF-B5E1-7BC8-6F5CF8EEC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910852"/>
              </p:ext>
            </p:extLst>
          </p:nvPr>
        </p:nvGraphicFramePr>
        <p:xfrm>
          <a:off x="5099901" y="1028545"/>
          <a:ext cx="5948313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2771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1982771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  <a:gridCol w="1982771">
                  <a:extLst>
                    <a:ext uri="{9D8B030D-6E8A-4147-A177-3AD203B41FA5}">
                      <a16:colId xmlns:a16="http://schemas.microsoft.com/office/drawing/2014/main" val="1057916831"/>
                    </a:ext>
                  </a:extLst>
                </a:gridCol>
              </a:tblGrid>
              <a:tr h="707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State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"Alabama"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State</a:t>
                      </a:r>
                    </a:p>
                    <a:p>
                      <a:pPr algn="ctr"/>
                      <a:r>
                        <a:rPr lang="en-US" sz="2000" dirty="0"/>
                        <a:t>"Alabama"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next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State</a:t>
                      </a:r>
                    </a:p>
                    <a:p>
                      <a:pPr algn="ctr"/>
                      <a:r>
                        <a:rPr lang="en-US" sz="2000" dirty="0"/>
                        <a:t>"Alabama"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next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8AEB86D-A076-D377-5713-DB140F8200CC}"/>
              </a:ext>
            </a:extLst>
          </p:cNvPr>
          <p:cNvSpPr txBox="1"/>
          <p:nvPr/>
        </p:nvSpPr>
        <p:spPr>
          <a:xfrm>
            <a:off x="6733094" y="413080"/>
            <a:ext cx="2681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(heap 0x9000)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1F60E4-F136-C7B9-7DDA-97451F5A017A}"/>
              </a:ext>
            </a:extLst>
          </p:cNvPr>
          <p:cNvSpPr/>
          <p:nvPr/>
        </p:nvSpPr>
        <p:spPr>
          <a:xfrm>
            <a:off x="2552365" y="1259758"/>
            <a:ext cx="1424763" cy="5434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0x9000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D02A7-0D11-902C-8423-4793DA1DDA2D}"/>
              </a:ext>
            </a:extLst>
          </p:cNvPr>
          <p:cNvSpPr txBox="1"/>
          <p:nvPr/>
        </p:nvSpPr>
        <p:spPr>
          <a:xfrm>
            <a:off x="2701219" y="813190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states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9ADB71-C1A3-CCAA-F4D2-D534BE293E6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3977128" y="1531465"/>
            <a:ext cx="11227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089B8F-E236-D1DF-69CF-19C60CA8C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758332"/>
              </p:ext>
            </p:extLst>
          </p:nvPr>
        </p:nvGraphicFramePr>
        <p:xfrm>
          <a:off x="3977128" y="4546771"/>
          <a:ext cx="5946954" cy="707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1159">
                  <a:extLst>
                    <a:ext uri="{9D8B030D-6E8A-4147-A177-3AD203B41FA5}">
                      <a16:colId xmlns:a16="http://schemas.microsoft.com/office/drawing/2014/main" val="2803643667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2661749885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1057916831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1412991784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2530980497"/>
                    </a:ext>
                  </a:extLst>
                </a:gridCol>
                <a:gridCol w="991159">
                  <a:extLst>
                    <a:ext uri="{9D8B030D-6E8A-4147-A177-3AD203B41FA5}">
                      <a16:colId xmlns:a16="http://schemas.microsoft.com/office/drawing/2014/main" val="3474105227"/>
                    </a:ext>
                  </a:extLst>
                </a:gridCol>
              </a:tblGrid>
              <a:tr h="707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0x7020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716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8286581-86D6-59A3-4A04-73CE18C89390}"/>
              </a:ext>
            </a:extLst>
          </p:cNvPr>
          <p:cNvSpPr txBox="1"/>
          <p:nvPr/>
        </p:nvSpPr>
        <p:spPr>
          <a:xfrm>
            <a:off x="5609642" y="3992773"/>
            <a:ext cx="2681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(heap 0x7000)</a:t>
            </a: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20F9E2AC-E9AA-B2DF-602A-1BCCB550C734}"/>
              </a:ext>
            </a:extLst>
          </p:cNvPr>
          <p:cNvSpPr/>
          <p:nvPr/>
        </p:nvSpPr>
        <p:spPr>
          <a:xfrm rot="16200000">
            <a:off x="5303435" y="4093050"/>
            <a:ext cx="304693" cy="2752623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253B155A-EBC9-49B3-B54A-67A2662F6081}"/>
              </a:ext>
            </a:extLst>
          </p:cNvPr>
          <p:cNvSpPr/>
          <p:nvPr/>
        </p:nvSpPr>
        <p:spPr>
          <a:xfrm rot="16200000">
            <a:off x="8291730" y="4093050"/>
            <a:ext cx="304693" cy="2752623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C741B-A794-0F54-5722-C01BA53EC973}"/>
              </a:ext>
            </a:extLst>
          </p:cNvPr>
          <p:cNvSpPr txBox="1"/>
          <p:nvPr/>
        </p:nvSpPr>
        <p:spPr>
          <a:xfrm>
            <a:off x="4892255" y="5666916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row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6E659-A691-5DC1-EA50-A5F3BE399E03}"/>
              </a:ext>
            </a:extLst>
          </p:cNvPr>
          <p:cNvSpPr txBox="1"/>
          <p:nvPr/>
        </p:nvSpPr>
        <p:spPr>
          <a:xfrm>
            <a:off x="7728042" y="5684065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row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4E1DF-A39C-054E-8D1C-6414E080D1EB}"/>
              </a:ext>
            </a:extLst>
          </p:cNvPr>
          <p:cNvSpPr/>
          <p:nvPr/>
        </p:nvSpPr>
        <p:spPr>
          <a:xfrm>
            <a:off x="1386328" y="4623190"/>
            <a:ext cx="1424763" cy="5434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0x7000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EE7120-7DBA-7402-CE5D-BDD787FC6005}"/>
              </a:ext>
            </a:extLst>
          </p:cNvPr>
          <p:cNvSpPr txBox="1"/>
          <p:nvPr/>
        </p:nvSpPr>
        <p:spPr>
          <a:xfrm>
            <a:off x="1535182" y="4176622"/>
            <a:ext cx="112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045E01-6E48-9E7D-60D4-9670F14DE70F}"/>
              </a:ext>
            </a:extLst>
          </p:cNvPr>
          <p:cNvCxnSpPr>
            <a:cxnSpLocks/>
          </p:cNvCxnSpPr>
          <p:nvPr/>
        </p:nvCxnSpPr>
        <p:spPr>
          <a:xfrm>
            <a:off x="2821724" y="4894897"/>
            <a:ext cx="11227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21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78DCE094-14BE-179A-9B3B-D7C8652F192A}"/>
              </a:ext>
            </a:extLst>
          </p:cNvPr>
          <p:cNvSpPr/>
          <p:nvPr/>
        </p:nvSpPr>
        <p:spPr>
          <a:xfrm>
            <a:off x="182880" y="640080"/>
            <a:ext cx="2926080" cy="2423160"/>
          </a:xfrm>
          <a:prstGeom prst="roundRect">
            <a:avLst>
              <a:gd name="adj" fmla="val 3019"/>
            </a:avLst>
          </a:prstGeom>
          <a:solidFill>
            <a:srgbClr val="EAF6FF"/>
          </a:solidFill>
          <a:ln w="17780">
            <a:solidFill>
              <a:srgbClr val="0E76D8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BACFE59-665C-8601-F6F6-0C36AC4F4F0B}"/>
              </a:ext>
            </a:extLst>
          </p:cNvPr>
          <p:cNvSpPr/>
          <p:nvPr/>
        </p:nvSpPr>
        <p:spPr>
          <a:xfrm>
            <a:off x="292608" y="74980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40C4E4D-7315-E9D6-05F8-D80FFDDF69EB}"/>
              </a:ext>
            </a:extLst>
          </p:cNvPr>
          <p:cNvSpPr/>
          <p:nvPr/>
        </p:nvSpPr>
        <p:spPr>
          <a:xfrm>
            <a:off x="640080" y="722376"/>
            <a:ext cx="235915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76D8"/>
                </a:solidFill>
              </a:rPr>
              <a:t>MainApp.java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7280A48-5764-7515-CAF5-2C17C10C808F}"/>
              </a:ext>
            </a:extLst>
          </p:cNvPr>
          <p:cNvSpPr/>
          <p:nvPr/>
        </p:nvSpPr>
        <p:spPr>
          <a:xfrm>
            <a:off x="640080" y="987552"/>
            <a:ext cx="235915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E76D8"/>
                </a:solidFill>
              </a:rPr>
              <a:t>(Application entry point)</a:t>
            </a:r>
            <a:endParaRPr lang="en-US" sz="88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7F2EEE8-738B-FDF8-D8D0-00B463432512}"/>
              </a:ext>
            </a:extLst>
          </p:cNvPr>
          <p:cNvSpPr/>
          <p:nvPr/>
        </p:nvSpPr>
        <p:spPr>
          <a:xfrm>
            <a:off x="274320" y="1170432"/>
            <a:ext cx="2743200" cy="1600200"/>
          </a:xfrm>
          <a:prstGeom prst="roundRect">
            <a:avLst>
              <a:gd name="adj" fmla="val 2857"/>
            </a:avLst>
          </a:prstGeom>
          <a:solidFill>
            <a:srgbClr val="FFFFFF">
              <a:alpha val="96000"/>
            </a:srgbClr>
          </a:solidFill>
          <a:ln w="889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E2942B0-FA06-D630-DD3F-86FBF94A2B17}"/>
              </a:ext>
            </a:extLst>
          </p:cNvPr>
          <p:cNvSpPr/>
          <p:nvPr/>
        </p:nvSpPr>
        <p:spPr>
          <a:xfrm>
            <a:off x="338328" y="1243584"/>
            <a:ext cx="26151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start(Stage stage)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Exception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Parent root = FXMLLoader.load(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getClass().getResource("login.fxml"));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Scene scene = new Scene(root);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stage.setScene(scene);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stage.setTitle("My App");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stage.show();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2A6386F-3E7D-A9B3-6CC3-A69591248FA7}"/>
              </a:ext>
            </a:extLst>
          </p:cNvPr>
          <p:cNvSpPr/>
          <p:nvPr/>
        </p:nvSpPr>
        <p:spPr>
          <a:xfrm>
            <a:off x="292608" y="2770632"/>
            <a:ext cx="27066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E76D8"/>
                </a:solidFill>
              </a:rPr>
              <a:t>Loads the FXML and shows the window</a:t>
            </a:r>
            <a:endParaRPr lang="en-US" sz="92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74970EA-E6EE-310B-57F5-6DCE732A375A}"/>
              </a:ext>
            </a:extLst>
          </p:cNvPr>
          <p:cNvSpPr/>
          <p:nvPr/>
        </p:nvSpPr>
        <p:spPr>
          <a:xfrm>
            <a:off x="6629400" y="640080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EAF8EE"/>
          </a:solidFill>
          <a:ln w="17780">
            <a:solidFill>
              <a:srgbClr val="12984B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7DE323A-6FBE-55F4-B552-33F56AAE9ED3}"/>
              </a:ext>
            </a:extLst>
          </p:cNvPr>
          <p:cNvSpPr/>
          <p:nvPr/>
        </p:nvSpPr>
        <p:spPr>
          <a:xfrm>
            <a:off x="6739128" y="74980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03BE45D-9F2D-F71C-AE55-A366543EF0FC}"/>
              </a:ext>
            </a:extLst>
          </p:cNvPr>
          <p:cNvSpPr/>
          <p:nvPr/>
        </p:nvSpPr>
        <p:spPr>
          <a:xfrm>
            <a:off x="7086600" y="722376"/>
            <a:ext cx="176479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984B"/>
                </a:solidFill>
              </a:rPr>
              <a:t>login.fxml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88F52A-47A9-A1ED-5492-EB345E607132}"/>
              </a:ext>
            </a:extLst>
          </p:cNvPr>
          <p:cNvSpPr/>
          <p:nvPr/>
        </p:nvSpPr>
        <p:spPr>
          <a:xfrm>
            <a:off x="7086600" y="987552"/>
            <a:ext cx="176479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2984B"/>
                </a:solidFill>
              </a:rPr>
              <a:t>(UI layout definition)</a:t>
            </a:r>
            <a:endParaRPr lang="en-US" sz="88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B286EBA-7F3C-6F6C-C235-65D6F812D8E4}"/>
              </a:ext>
            </a:extLst>
          </p:cNvPr>
          <p:cNvSpPr/>
          <p:nvPr/>
        </p:nvSpPr>
        <p:spPr>
          <a:xfrm>
            <a:off x="6720840" y="1170432"/>
            <a:ext cx="2148840" cy="2048256"/>
          </a:xfrm>
          <a:prstGeom prst="roundRect">
            <a:avLst>
              <a:gd name="adj" fmla="val 2128"/>
            </a:avLst>
          </a:prstGeom>
          <a:solidFill>
            <a:srgbClr val="FFFFFF">
              <a:alpha val="96000"/>
            </a:srgbClr>
          </a:solidFill>
          <a:ln w="889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76D7073-9103-33E5-A3D8-A348D087F236}"/>
              </a:ext>
            </a:extLst>
          </p:cNvPr>
          <p:cNvSpPr/>
          <p:nvPr/>
        </p:nvSpPr>
        <p:spPr>
          <a:xfrm>
            <a:off x="6784847" y="1243584"/>
            <a:ext cx="2097081" cy="194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&lt;?import </a:t>
            </a:r>
            <a:r>
              <a:rPr lang="en-US" sz="700" dirty="0" err="1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javafx.scene.control.Button</a:t>
            </a: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&lt;?import javafx.scene.layout.VBox?&gt;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&lt;VBox spacing="10" alignment="CENTER"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700" dirty="0" err="1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xmlns:fx</a:t>
            </a: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="http://javafx.com/fxml"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fx:controller="Controller"&gt;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fx:id="loginButton"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text="Sign In"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onAction="#handleLogin"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styleClass="primary"/&gt;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&lt;stylesheets&gt;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&lt;URL value="@login.css"/&gt;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&lt;/stylesheets&gt;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&lt;/VBox&gt;</a:t>
            </a:r>
            <a:endParaRPr lang="en-US" sz="7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32E29AB-F548-4BAD-47BF-61569B3BBC5A}"/>
              </a:ext>
            </a:extLst>
          </p:cNvPr>
          <p:cNvSpPr/>
          <p:nvPr/>
        </p:nvSpPr>
        <p:spPr>
          <a:xfrm>
            <a:off x="6739128" y="3336120"/>
            <a:ext cx="21122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2984B"/>
                </a:solidFill>
              </a:rPr>
              <a:t>Defines the UI structure and connects to controller and CSS</a:t>
            </a:r>
            <a:endParaRPr lang="en-US" sz="92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AA00EE1F-8965-7AD1-A154-F27263FF2C52}"/>
              </a:ext>
            </a:extLst>
          </p:cNvPr>
          <p:cNvSpPr/>
          <p:nvPr/>
        </p:nvSpPr>
        <p:spPr>
          <a:xfrm>
            <a:off x="3221735" y="1572768"/>
            <a:ext cx="2039111" cy="2212848"/>
          </a:xfrm>
          <a:prstGeom prst="roundRect">
            <a:avLst>
              <a:gd name="adj" fmla="val 3902"/>
            </a:avLst>
          </a:prstGeom>
          <a:solidFill>
            <a:srgbClr val="FFF4E6"/>
          </a:solidFill>
          <a:ln w="17780">
            <a:solidFill>
              <a:srgbClr val="F27616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CD09467-1206-6B88-667A-99AE42CEC703}"/>
              </a:ext>
            </a:extLst>
          </p:cNvPr>
          <p:cNvSpPr/>
          <p:nvPr/>
        </p:nvSpPr>
        <p:spPr>
          <a:xfrm>
            <a:off x="3331464" y="168249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4B06C37-85CB-2A18-30F4-7B083D9E88E5}"/>
              </a:ext>
            </a:extLst>
          </p:cNvPr>
          <p:cNvSpPr/>
          <p:nvPr/>
        </p:nvSpPr>
        <p:spPr>
          <a:xfrm>
            <a:off x="3678936" y="1655064"/>
            <a:ext cx="149047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7616"/>
                </a:solidFill>
              </a:rPr>
              <a:t>Controller.java</a:t>
            </a:r>
            <a:endParaRPr lang="en-US" sz="16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3F26ACF-B0D3-8E04-14F5-452B991C4181}"/>
              </a:ext>
            </a:extLst>
          </p:cNvPr>
          <p:cNvSpPr/>
          <p:nvPr/>
        </p:nvSpPr>
        <p:spPr>
          <a:xfrm>
            <a:off x="3678936" y="1920240"/>
            <a:ext cx="130759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27616"/>
                </a:solidFill>
              </a:rPr>
              <a:t>(Handles user behavior)</a:t>
            </a:r>
            <a:endParaRPr lang="en-US" sz="88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861FCE34-36F7-165D-ADD4-733F654D1863}"/>
              </a:ext>
            </a:extLst>
          </p:cNvPr>
          <p:cNvSpPr/>
          <p:nvPr/>
        </p:nvSpPr>
        <p:spPr>
          <a:xfrm>
            <a:off x="3313176" y="2103120"/>
            <a:ext cx="1837942" cy="1389888"/>
          </a:xfrm>
          <a:prstGeom prst="roundRect">
            <a:avLst>
              <a:gd name="adj" fmla="val 3289"/>
            </a:avLst>
          </a:prstGeom>
          <a:solidFill>
            <a:srgbClr val="FFFFFF">
              <a:alpha val="96000"/>
            </a:srgbClr>
          </a:solidFill>
          <a:ln w="889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493EBE9-10E5-16DD-4FCE-A8FA1AB438C1}"/>
              </a:ext>
            </a:extLst>
          </p:cNvPr>
          <p:cNvSpPr/>
          <p:nvPr/>
        </p:nvSpPr>
        <p:spPr>
          <a:xfrm>
            <a:off x="3372612" y="2119251"/>
            <a:ext cx="17967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Controller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@FXML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Button loginButton;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@FXML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void handleLogin(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ActionEvent event)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"Login button clicked!");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40D4A17-5350-09BE-7F23-515AC0ACBA91}"/>
              </a:ext>
            </a:extLst>
          </p:cNvPr>
          <p:cNvSpPr/>
          <p:nvPr/>
        </p:nvSpPr>
        <p:spPr>
          <a:xfrm>
            <a:off x="3331464" y="3493008"/>
            <a:ext cx="16550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27616"/>
                </a:solidFill>
              </a:rPr>
              <a:t>Processes user actions</a:t>
            </a:r>
            <a:endParaRPr lang="en-US" sz="92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4BBEB32-07C5-C5D8-F8AB-68D4334F7B14}"/>
              </a:ext>
            </a:extLst>
          </p:cNvPr>
          <p:cNvSpPr/>
          <p:nvPr/>
        </p:nvSpPr>
        <p:spPr>
          <a:xfrm>
            <a:off x="228600" y="4297680"/>
            <a:ext cx="3995351" cy="2011680"/>
          </a:xfrm>
          <a:prstGeom prst="roundRect">
            <a:avLst>
              <a:gd name="adj" fmla="val 3636"/>
            </a:avLst>
          </a:prstGeom>
          <a:solidFill>
            <a:srgbClr val="F1EAFF"/>
          </a:solidFill>
          <a:ln w="17780">
            <a:solidFill>
              <a:srgbClr val="7B49D6"/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4A3453B-D8CF-4BA9-C30A-D80CC478FE77}"/>
              </a:ext>
            </a:extLst>
          </p:cNvPr>
          <p:cNvSpPr/>
          <p:nvPr/>
        </p:nvSpPr>
        <p:spPr>
          <a:xfrm>
            <a:off x="512982" y="4370832"/>
            <a:ext cx="2977277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2F196E"/>
                </a:solidFill>
              </a:rPr>
              <a:t>Runtime UI Window</a:t>
            </a:r>
            <a:endParaRPr lang="en-US" sz="158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50174D3-A6B3-DBA5-645C-E2253474568C}"/>
              </a:ext>
            </a:extLst>
          </p:cNvPr>
          <p:cNvSpPr/>
          <p:nvPr/>
        </p:nvSpPr>
        <p:spPr>
          <a:xfrm>
            <a:off x="512982" y="4617720"/>
            <a:ext cx="3657600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F196E"/>
                </a:solidFill>
              </a:rPr>
              <a:t>(What the user sees)</a:t>
            </a:r>
            <a:endParaRPr lang="en-US" sz="88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42B1C3A-4797-D115-9898-5CCD9E86E5FE}"/>
              </a:ext>
            </a:extLst>
          </p:cNvPr>
          <p:cNvSpPr/>
          <p:nvPr/>
        </p:nvSpPr>
        <p:spPr>
          <a:xfrm>
            <a:off x="604422" y="4828032"/>
            <a:ext cx="31546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0160">
            <a:solidFill>
              <a:srgbClr val="BFC7D1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7CC98EA-42FA-C23E-ECFE-EB744258DCC3}"/>
              </a:ext>
            </a:extLst>
          </p:cNvPr>
          <p:cNvSpPr/>
          <p:nvPr/>
        </p:nvSpPr>
        <p:spPr>
          <a:xfrm>
            <a:off x="604422" y="4828032"/>
            <a:ext cx="3154680" cy="256032"/>
          </a:xfrm>
          <a:prstGeom prst="rect">
            <a:avLst/>
          </a:prstGeom>
          <a:solidFill>
            <a:srgbClr val="ECEFF4"/>
          </a:solidFill>
          <a:ln w="6350">
            <a:solidFill>
              <a:srgbClr val="BF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3CFA829B-95E4-8A52-19D7-6AEF6C5C0405}"/>
              </a:ext>
            </a:extLst>
          </p:cNvPr>
          <p:cNvSpPr/>
          <p:nvPr/>
        </p:nvSpPr>
        <p:spPr>
          <a:xfrm>
            <a:off x="723294" y="4910328"/>
            <a:ext cx="73152" cy="73152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E7C45B3-D1FB-DD92-0494-C02B75591357}"/>
              </a:ext>
            </a:extLst>
          </p:cNvPr>
          <p:cNvSpPr/>
          <p:nvPr/>
        </p:nvSpPr>
        <p:spPr>
          <a:xfrm>
            <a:off x="860454" y="4910328"/>
            <a:ext cx="73152" cy="73152"/>
          </a:xfrm>
          <a:prstGeom prst="ellipse">
            <a:avLst/>
          </a:prstGeom>
          <a:solidFill>
            <a:srgbClr val="FFBD4A"/>
          </a:solidFill>
          <a:ln w="12700">
            <a:solidFill>
              <a:srgbClr val="FFB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F9271F76-743F-4783-B81F-7ED7403DD0EC}"/>
              </a:ext>
            </a:extLst>
          </p:cNvPr>
          <p:cNvSpPr/>
          <p:nvPr/>
        </p:nvSpPr>
        <p:spPr>
          <a:xfrm>
            <a:off x="997614" y="4910328"/>
            <a:ext cx="73152" cy="73152"/>
          </a:xfrm>
          <a:prstGeom prst="ellipse">
            <a:avLst/>
          </a:prstGeom>
          <a:solidFill>
            <a:srgbClr val="30C05B"/>
          </a:solidFill>
          <a:ln w="12700">
            <a:solidFill>
              <a:srgbClr val="30C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4406823F-267A-A0F8-9ADD-7C31A7D8C49D}"/>
              </a:ext>
            </a:extLst>
          </p:cNvPr>
          <p:cNvSpPr/>
          <p:nvPr/>
        </p:nvSpPr>
        <p:spPr>
          <a:xfrm>
            <a:off x="604422" y="4882896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</a:rPr>
              <a:t>My App</a:t>
            </a:r>
            <a:endParaRPr lang="en-US" sz="8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677DC87D-5119-4130-F298-AF2CD7793EAA}"/>
              </a:ext>
            </a:extLst>
          </p:cNvPr>
          <p:cNvSpPr/>
          <p:nvPr/>
        </p:nvSpPr>
        <p:spPr>
          <a:xfrm>
            <a:off x="924462" y="518464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Username:</a:t>
            </a:r>
            <a:endParaRPr lang="en-US" sz="8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BCE766D-37EA-49A2-307F-23E94BC022BC}"/>
              </a:ext>
            </a:extLst>
          </p:cNvPr>
          <p:cNvSpPr/>
          <p:nvPr/>
        </p:nvSpPr>
        <p:spPr>
          <a:xfrm>
            <a:off x="1701702" y="5157216"/>
            <a:ext cx="1737360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C5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A6C40210-4A0B-A1C2-F473-C71AE8510F6D}"/>
              </a:ext>
            </a:extLst>
          </p:cNvPr>
          <p:cNvSpPr/>
          <p:nvPr/>
        </p:nvSpPr>
        <p:spPr>
          <a:xfrm>
            <a:off x="1774854" y="5207508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A7A"/>
                </a:solidFill>
              </a:rPr>
              <a:t>Enter username</a:t>
            </a:r>
            <a:endParaRPr lang="en-US" sz="7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228F2B2C-2C53-2109-62C9-5B2A145719A2}"/>
              </a:ext>
            </a:extLst>
          </p:cNvPr>
          <p:cNvSpPr/>
          <p:nvPr/>
        </p:nvSpPr>
        <p:spPr>
          <a:xfrm>
            <a:off x="924462" y="54681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Password:</a:t>
            </a:r>
            <a:endParaRPr lang="en-US" sz="8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78D72C9C-7456-3625-3938-1512EEF6CAD0}"/>
              </a:ext>
            </a:extLst>
          </p:cNvPr>
          <p:cNvSpPr/>
          <p:nvPr/>
        </p:nvSpPr>
        <p:spPr>
          <a:xfrm>
            <a:off x="1701702" y="5431536"/>
            <a:ext cx="1737360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C5C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02F6AED4-95B0-00D5-0DA4-4D6C6BE7E4C6}"/>
              </a:ext>
            </a:extLst>
          </p:cNvPr>
          <p:cNvSpPr/>
          <p:nvPr/>
        </p:nvSpPr>
        <p:spPr>
          <a:xfrm>
            <a:off x="1774854" y="547725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DA8F3F1E-7BF2-2D35-FEF0-4CFD5475176C}"/>
              </a:ext>
            </a:extLst>
          </p:cNvPr>
          <p:cNvSpPr/>
          <p:nvPr/>
        </p:nvSpPr>
        <p:spPr>
          <a:xfrm>
            <a:off x="1610262" y="581558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0E76D8"/>
          </a:solidFill>
          <a:ln w="10160">
            <a:solidFill>
              <a:srgbClr val="056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ABF3CF85-8559-39A0-471F-75232EDBDE17}"/>
              </a:ext>
            </a:extLst>
          </p:cNvPr>
          <p:cNvSpPr/>
          <p:nvPr/>
        </p:nvSpPr>
        <p:spPr>
          <a:xfrm>
            <a:off x="1610262" y="589788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Sign In</a:t>
            </a:r>
            <a:endParaRPr lang="en-US" sz="940" dirty="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5AF86C96-F9BC-9977-8C91-C7C9741C58FE}"/>
              </a:ext>
            </a:extLst>
          </p:cNvPr>
          <p:cNvSpPr/>
          <p:nvPr/>
        </p:nvSpPr>
        <p:spPr>
          <a:xfrm>
            <a:off x="6824529" y="4805199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0F7"/>
          </a:solidFill>
          <a:ln w="17780">
            <a:solidFill>
              <a:srgbClr val="E61E73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3A18DEC-30EE-2542-F96A-C06E744BA087}"/>
              </a:ext>
            </a:extLst>
          </p:cNvPr>
          <p:cNvSpPr/>
          <p:nvPr/>
        </p:nvSpPr>
        <p:spPr>
          <a:xfrm>
            <a:off x="7400601" y="4887495"/>
            <a:ext cx="139903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61E73"/>
                </a:solidFill>
              </a:rPr>
              <a:t>Login.css</a:t>
            </a:r>
            <a:endParaRPr lang="en-US" sz="16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FBA937E-522D-2B35-82E2-777674DA6083}"/>
              </a:ext>
            </a:extLst>
          </p:cNvPr>
          <p:cNvSpPr/>
          <p:nvPr/>
        </p:nvSpPr>
        <p:spPr>
          <a:xfrm>
            <a:off x="7400601" y="5135418"/>
            <a:ext cx="139903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61E73"/>
                </a:solidFill>
              </a:rPr>
              <a:t>(Styles / Appearance)</a:t>
            </a:r>
            <a:endParaRPr lang="en-US" sz="88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C8F95DD-E5AA-0135-535A-ADADC9EFA05D}"/>
              </a:ext>
            </a:extLst>
          </p:cNvPr>
          <p:cNvSpPr/>
          <p:nvPr/>
        </p:nvSpPr>
        <p:spPr>
          <a:xfrm>
            <a:off x="6895381" y="5335550"/>
            <a:ext cx="1922540" cy="672057"/>
          </a:xfrm>
          <a:prstGeom prst="roundRect">
            <a:avLst>
              <a:gd name="adj" fmla="val 7692"/>
            </a:avLst>
          </a:prstGeom>
          <a:solidFill>
            <a:srgbClr val="FFFFFF">
              <a:alpha val="96000"/>
            </a:srgbClr>
          </a:solidFill>
          <a:ln w="889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8A4250D-0A4F-3098-5C9B-489C12A4C30C}"/>
              </a:ext>
            </a:extLst>
          </p:cNvPr>
          <p:cNvSpPr/>
          <p:nvPr/>
        </p:nvSpPr>
        <p:spPr>
          <a:xfrm>
            <a:off x="6925113" y="5359446"/>
            <a:ext cx="1956816" cy="529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.primary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-fx-font-weight: bold;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</a:t>
            </a:r>
            <a:r>
              <a:rPr lang="en-US" sz="700" dirty="0" err="1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fx</a:t>
            </a: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-background-color: #0078D7;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-fx-text-fill: white;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-fx-background-radius: 5;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AE24EBA-4375-3994-A6FC-AB39D8A10C8F}"/>
              </a:ext>
            </a:extLst>
          </p:cNvPr>
          <p:cNvSpPr/>
          <p:nvPr/>
        </p:nvSpPr>
        <p:spPr>
          <a:xfrm>
            <a:off x="7053129" y="5987421"/>
            <a:ext cx="17465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E61E73"/>
                </a:solidFill>
              </a:rPr>
              <a:t>Defines the appearance (styles)</a:t>
            </a:r>
            <a:endParaRPr lang="en-US" sz="92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CCED7FDD-CB20-0C63-3030-9A6A13BE563D}"/>
              </a:ext>
            </a:extLst>
          </p:cNvPr>
          <p:cNvSpPr/>
          <p:nvPr/>
        </p:nvSpPr>
        <p:spPr>
          <a:xfrm flipH="1" flipV="1">
            <a:off x="3108960" y="1188720"/>
            <a:ext cx="3520440" cy="18288"/>
          </a:xfrm>
          <a:prstGeom prst="line">
            <a:avLst/>
          </a:prstGeom>
          <a:noFill/>
          <a:ln w="33020">
            <a:solidFill>
              <a:srgbClr val="0E76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22C5C91-32BC-F266-7C11-9CF8D37B2290}"/>
              </a:ext>
            </a:extLst>
          </p:cNvPr>
          <p:cNvSpPr/>
          <p:nvPr/>
        </p:nvSpPr>
        <p:spPr>
          <a:xfrm>
            <a:off x="3886200" y="932688"/>
            <a:ext cx="21488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by </a:t>
            </a:r>
            <a:r>
              <a:rPr lang="en-US" sz="1200" b="1" dirty="0">
                <a:solidFill>
                  <a:srgbClr val="0E7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MainApp</a:t>
            </a:r>
            <a:endParaRPr lang="en-US" sz="12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957F0BE1-57E9-0379-A5DA-C9930BF34182}"/>
              </a:ext>
            </a:extLst>
          </p:cNvPr>
          <p:cNvSpPr/>
          <p:nvPr/>
        </p:nvSpPr>
        <p:spPr>
          <a:xfrm>
            <a:off x="4023360" y="1232283"/>
            <a:ext cx="1874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MainApp loads the FXML</a:t>
            </a:r>
            <a:endParaRPr lang="en-US" sz="10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2812693-B9CE-328A-1776-E1E36DA3C2AC}"/>
              </a:ext>
            </a:extLst>
          </p:cNvPr>
          <p:cNvSpPr/>
          <p:nvPr/>
        </p:nvSpPr>
        <p:spPr>
          <a:xfrm>
            <a:off x="1664208" y="3063240"/>
            <a:ext cx="0" cy="1234440"/>
          </a:xfrm>
          <a:prstGeom prst="line">
            <a:avLst/>
          </a:prstGeom>
          <a:noFill/>
          <a:ln w="35560">
            <a:solidFill>
              <a:srgbClr val="0E76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D9C2D4D-C5B4-5C2B-A778-DB6C772121A4}"/>
              </a:ext>
            </a:extLst>
          </p:cNvPr>
          <p:cNvSpPr/>
          <p:nvPr/>
        </p:nvSpPr>
        <p:spPr>
          <a:xfrm>
            <a:off x="34839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Scene and 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0E7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stage</a:t>
            </a:r>
            <a:endParaRPr lang="en-US" sz="12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861AB8D1-D7A0-2486-8BCB-4903B11331A6}"/>
              </a:ext>
            </a:extLst>
          </p:cNvPr>
          <p:cNvSpPr/>
          <p:nvPr/>
        </p:nvSpPr>
        <p:spPr>
          <a:xfrm>
            <a:off x="338328" y="3717036"/>
            <a:ext cx="1325877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MainApp creates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shows the window</a:t>
            </a:r>
            <a:endParaRPr lang="en-US" sz="10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FE0F6479-5B5F-2DE3-C360-28DA17DD1F61}"/>
              </a:ext>
            </a:extLst>
          </p:cNvPr>
          <p:cNvSpPr/>
          <p:nvPr/>
        </p:nvSpPr>
        <p:spPr>
          <a:xfrm flipH="1">
            <a:off x="5285230" y="2212848"/>
            <a:ext cx="1344170" cy="0"/>
          </a:xfrm>
          <a:prstGeom prst="line">
            <a:avLst/>
          </a:prstGeom>
          <a:noFill/>
          <a:ln w="33020">
            <a:solidFill>
              <a:srgbClr val="12984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010D8255-AC1A-FE25-0295-F06566ADE516}"/>
              </a:ext>
            </a:extLst>
          </p:cNvPr>
          <p:cNvSpPr/>
          <p:nvPr/>
        </p:nvSpPr>
        <p:spPr>
          <a:xfrm>
            <a:off x="5218177" y="1847088"/>
            <a:ext cx="1453891" cy="31089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29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fx:controller</a:t>
            </a:r>
            <a:r>
              <a:rPr lang="en-US" sz="1200" b="1" dirty="0">
                <a:solidFill>
                  <a:srgbClr val="129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b="1" dirty="0" err="1">
                <a:solidFill>
                  <a:srgbClr val="129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fx:id</a:t>
            </a:r>
            <a:endParaRPr lang="en-US" sz="1200" b="1" dirty="0">
              <a:solidFill>
                <a:srgbClr val="12984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29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29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onAcrtion</a:t>
            </a: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D5D0E6CF-26DD-4222-6497-8424EC7D96DE}"/>
              </a:ext>
            </a:extLst>
          </p:cNvPr>
          <p:cNvSpPr/>
          <p:nvPr/>
        </p:nvSpPr>
        <p:spPr>
          <a:xfrm>
            <a:off x="5305646" y="2203704"/>
            <a:ext cx="1307591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FXML specifies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controller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use</a:t>
            </a:r>
            <a:endParaRPr lang="en-US" sz="10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492F135-85B6-1925-DC07-68E2C7D7DCD4}"/>
              </a:ext>
            </a:extLst>
          </p:cNvPr>
          <p:cNvSpPr/>
          <p:nvPr/>
        </p:nvSpPr>
        <p:spPr>
          <a:xfrm>
            <a:off x="4187952" y="3785616"/>
            <a:ext cx="0" cy="512064"/>
          </a:xfrm>
          <a:prstGeom prst="line">
            <a:avLst/>
          </a:prstGeom>
          <a:noFill/>
          <a:ln w="33020">
            <a:solidFill>
              <a:srgbClr val="F276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4F52105-CDC0-0748-8974-E8BE7949E8DB}"/>
              </a:ext>
            </a:extLst>
          </p:cNvPr>
          <p:cNvSpPr/>
          <p:nvPr/>
        </p:nvSpPr>
        <p:spPr>
          <a:xfrm>
            <a:off x="4223951" y="3886199"/>
            <a:ext cx="1384365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7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behavior</a:t>
            </a:r>
            <a:endParaRPr lang="en-US" sz="12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9470C28E-7FF0-E399-8EEF-B2C958009609}"/>
              </a:ext>
            </a:extLst>
          </p:cNvPr>
          <p:cNvSpPr/>
          <p:nvPr/>
        </p:nvSpPr>
        <p:spPr>
          <a:xfrm>
            <a:off x="4294689" y="4085208"/>
            <a:ext cx="109728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the UI</a:t>
            </a:r>
            <a:endParaRPr lang="en-US" sz="10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C3F0B8B6-A04D-C4E3-B848-60D514BC0B9F}"/>
              </a:ext>
            </a:extLst>
          </p:cNvPr>
          <p:cNvSpPr/>
          <p:nvPr/>
        </p:nvSpPr>
        <p:spPr>
          <a:xfrm>
            <a:off x="6654475" y="3691186"/>
            <a:ext cx="1" cy="1344168"/>
          </a:xfrm>
          <a:prstGeom prst="line">
            <a:avLst/>
          </a:prstGeom>
          <a:noFill/>
          <a:ln w="35560">
            <a:solidFill>
              <a:srgbClr val="129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99C624D6-A708-83B0-1E6E-B44E367B1909}"/>
              </a:ext>
            </a:extLst>
          </p:cNvPr>
          <p:cNvSpPr/>
          <p:nvPr/>
        </p:nvSpPr>
        <p:spPr>
          <a:xfrm flipH="1" flipV="1">
            <a:off x="4223951" y="5047486"/>
            <a:ext cx="2451169" cy="1"/>
          </a:xfrm>
          <a:prstGeom prst="line">
            <a:avLst/>
          </a:prstGeom>
          <a:noFill/>
          <a:ln w="35560">
            <a:solidFill>
              <a:srgbClr val="12984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EAB606A9-C147-DBE8-F581-50E2D488A569}"/>
              </a:ext>
            </a:extLst>
          </p:cNvPr>
          <p:cNvSpPr/>
          <p:nvPr/>
        </p:nvSpPr>
        <p:spPr>
          <a:xfrm>
            <a:off x="4655560" y="4799421"/>
            <a:ext cx="17373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9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UI structure</a:t>
            </a:r>
            <a:endParaRPr lang="en-US" sz="12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F6418945-9B42-2BBF-9A91-564ADAA5C1B3}"/>
              </a:ext>
            </a:extLst>
          </p:cNvPr>
          <p:cNvSpPr/>
          <p:nvPr/>
        </p:nvSpPr>
        <p:spPr>
          <a:xfrm>
            <a:off x="4574128" y="5092460"/>
            <a:ext cx="1965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FXML defines what the UI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like (layout and controls)</a:t>
            </a:r>
            <a:endParaRPr lang="en-US" sz="10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5EDD88DA-CE7E-D9B2-190D-AACF32A6BC13}"/>
              </a:ext>
            </a:extLst>
          </p:cNvPr>
          <p:cNvSpPr/>
          <p:nvPr/>
        </p:nvSpPr>
        <p:spPr>
          <a:xfrm flipH="1" flipV="1">
            <a:off x="7757216" y="3717063"/>
            <a:ext cx="1" cy="1088136"/>
          </a:xfrm>
          <a:prstGeom prst="line">
            <a:avLst/>
          </a:prstGeom>
          <a:noFill/>
          <a:ln w="33020">
            <a:solidFill>
              <a:srgbClr val="E61E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EBAAA20D-FC62-9C20-EEBC-EED274042813}"/>
              </a:ext>
            </a:extLst>
          </p:cNvPr>
          <p:cNvSpPr/>
          <p:nvPr/>
        </p:nvSpPr>
        <p:spPr>
          <a:xfrm>
            <a:off x="7863953" y="3890799"/>
            <a:ext cx="1086347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1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referenced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1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&lt;stylesheets&gt;</a:t>
            </a:r>
            <a:endParaRPr lang="en-US" sz="12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D009F1E7-F006-4A90-8549-330FBE52B629}"/>
              </a:ext>
            </a:extLst>
          </p:cNvPr>
          <p:cNvSpPr/>
          <p:nvPr/>
        </p:nvSpPr>
        <p:spPr>
          <a:xfrm>
            <a:off x="7863953" y="4267629"/>
            <a:ext cx="1039365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controls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E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(colors, fonts)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85039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149E0AD-47D6-F3B2-89A4-7D1F46818FF6}"/>
              </a:ext>
            </a:extLst>
          </p:cNvPr>
          <p:cNvSpPr/>
          <p:nvPr/>
        </p:nvSpPr>
        <p:spPr>
          <a:xfrm>
            <a:off x="457200" y="228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Graph from the Root</a:t>
            </a:r>
            <a:endParaRPr lang="en-US" sz="32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13EB8D2-9E1C-C5DB-DE83-503B863620B7}"/>
              </a:ext>
            </a:extLst>
          </p:cNvPr>
          <p:cNvSpPr/>
          <p:nvPr/>
        </p:nvSpPr>
        <p:spPr>
          <a:xfrm>
            <a:off x="6995160" y="1463040"/>
            <a:ext cx="1356350" cy="48691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E6785F1-1DB0-8598-0C25-2D2241AC8FF2}"/>
              </a:ext>
            </a:extLst>
          </p:cNvPr>
          <p:cNvSpPr/>
          <p:nvPr/>
        </p:nvSpPr>
        <p:spPr>
          <a:xfrm>
            <a:off x="7702296" y="1477899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30C3BA2-2184-4024-A05C-E5AA35FFC31D}"/>
              </a:ext>
            </a:extLst>
          </p:cNvPr>
          <p:cNvSpPr/>
          <p:nvPr/>
        </p:nvSpPr>
        <p:spPr>
          <a:xfrm>
            <a:off x="5303520" y="1463040"/>
            <a:ext cx="0" cy="530352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CC9D272-4104-32DE-12FC-314ACFFC05ED}"/>
              </a:ext>
            </a:extLst>
          </p:cNvPr>
          <p:cNvSpPr/>
          <p:nvPr/>
        </p:nvSpPr>
        <p:spPr>
          <a:xfrm>
            <a:off x="5303520" y="16093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102BB5B-4EAA-0574-5B7F-397A309FB4BA}"/>
              </a:ext>
            </a:extLst>
          </p:cNvPr>
          <p:cNvSpPr/>
          <p:nvPr/>
        </p:nvSpPr>
        <p:spPr>
          <a:xfrm flipH="1">
            <a:off x="3153156" y="2610612"/>
            <a:ext cx="1577340" cy="84124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B68C770-9D8D-57B7-F1E8-AA36E19FDEDC}"/>
              </a:ext>
            </a:extLst>
          </p:cNvPr>
          <p:cNvSpPr/>
          <p:nvPr/>
        </p:nvSpPr>
        <p:spPr>
          <a:xfrm>
            <a:off x="5571744" y="2610612"/>
            <a:ext cx="0" cy="74980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034A6E2-2AF1-FB38-613A-D5AC3FCAC124}"/>
              </a:ext>
            </a:extLst>
          </p:cNvPr>
          <p:cNvSpPr/>
          <p:nvPr/>
        </p:nvSpPr>
        <p:spPr>
          <a:xfrm>
            <a:off x="6422136" y="2610612"/>
            <a:ext cx="1410462" cy="74980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2C52CC9-ED27-2603-03AA-B44BD4576E2C}"/>
              </a:ext>
            </a:extLst>
          </p:cNvPr>
          <p:cNvSpPr/>
          <p:nvPr/>
        </p:nvSpPr>
        <p:spPr>
          <a:xfrm>
            <a:off x="3153156" y="3890772"/>
            <a:ext cx="0" cy="1088136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773CACB-AC1B-5822-DEC8-A50EC24A0462}"/>
              </a:ext>
            </a:extLst>
          </p:cNvPr>
          <p:cNvSpPr/>
          <p:nvPr/>
        </p:nvSpPr>
        <p:spPr>
          <a:xfrm>
            <a:off x="5530596" y="3890772"/>
            <a:ext cx="0" cy="1088136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8E239AF-B078-592E-A5C5-B7E102AB7E73}"/>
              </a:ext>
            </a:extLst>
          </p:cNvPr>
          <p:cNvSpPr/>
          <p:nvPr/>
        </p:nvSpPr>
        <p:spPr>
          <a:xfrm>
            <a:off x="7908036" y="3890772"/>
            <a:ext cx="0" cy="1088136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F90DD9A8-2994-6DB4-B319-F910EFBA64BC}"/>
              </a:ext>
            </a:extLst>
          </p:cNvPr>
          <p:cNvSpPr/>
          <p:nvPr/>
        </p:nvSpPr>
        <p:spPr>
          <a:xfrm>
            <a:off x="5608320" y="5637276"/>
            <a:ext cx="402336" cy="219456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49A60F5-24FB-A0BF-290B-F3E956C9ED8A}"/>
              </a:ext>
            </a:extLst>
          </p:cNvPr>
          <p:cNvSpPr/>
          <p:nvPr/>
        </p:nvSpPr>
        <p:spPr>
          <a:xfrm flipH="1">
            <a:off x="6970776" y="5637276"/>
            <a:ext cx="813816" cy="256032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CB69140-1CCE-9B78-34C4-53D3A873D2AF}"/>
              </a:ext>
            </a:extLst>
          </p:cNvPr>
          <p:cNvSpPr/>
          <p:nvPr/>
        </p:nvSpPr>
        <p:spPr>
          <a:xfrm>
            <a:off x="8662416" y="3525012"/>
            <a:ext cx="960120" cy="45720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F2EBC87-8135-29E0-D7C6-5043F258B822}"/>
              </a:ext>
            </a:extLst>
          </p:cNvPr>
          <p:cNvSpPr/>
          <p:nvPr/>
        </p:nvSpPr>
        <p:spPr>
          <a:xfrm flipH="1" flipV="1">
            <a:off x="8647176" y="3753612"/>
            <a:ext cx="975360" cy="6400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FC83FDD-4C45-A706-A776-254763C24AA2}"/>
              </a:ext>
            </a:extLst>
          </p:cNvPr>
          <p:cNvSpPr/>
          <p:nvPr/>
        </p:nvSpPr>
        <p:spPr>
          <a:xfrm>
            <a:off x="8799576" y="32324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</a:t>
            </a:r>
            <a:endParaRPr lang="en-US" sz="12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9E2FFE0-E281-9003-2B6F-560C951C72DE}"/>
              </a:ext>
            </a:extLst>
          </p:cNvPr>
          <p:cNvSpPr/>
          <p:nvPr/>
        </p:nvSpPr>
        <p:spPr>
          <a:xfrm>
            <a:off x="4389120" y="868680"/>
            <a:ext cx="2926080" cy="566928"/>
          </a:xfrm>
          <a:prstGeom prst="rect">
            <a:avLst/>
          </a:prstGeom>
          <a:solidFill>
            <a:srgbClr val="BFEFD0"/>
          </a:solidFill>
          <a:ln w="19050">
            <a:solidFill>
              <a:srgbClr val="2E7D32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Root: TaskList</a:t>
            </a:r>
            <a:endParaRPr lang="en-US" sz="24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0579264-FC14-3112-4E1D-1B2A44277B6D}"/>
              </a:ext>
            </a:extLst>
          </p:cNvPr>
          <p:cNvSpPr/>
          <p:nvPr/>
        </p:nvSpPr>
        <p:spPr>
          <a:xfrm>
            <a:off x="7748016" y="1949958"/>
            <a:ext cx="2194560" cy="621792"/>
          </a:xfrm>
          <a:prstGeom prst="rect">
            <a:avLst/>
          </a:prstGeom>
          <a:solidFill>
            <a:srgbClr val="FFD3A5"/>
          </a:solidFill>
          <a:ln w="19050">
            <a:solidFill>
              <a:srgbClr val="C56A12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name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"CS Tasks"</a:t>
            </a:r>
            <a:endParaRPr lang="en-US" sz="18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DD57C274-8DE9-52FA-DC5E-9320EF96F550}"/>
              </a:ext>
            </a:extLst>
          </p:cNvPr>
          <p:cNvSpPr/>
          <p:nvPr/>
        </p:nvSpPr>
        <p:spPr>
          <a:xfrm>
            <a:off x="3998976" y="1988820"/>
            <a:ext cx="3154680" cy="621792"/>
          </a:xfrm>
          <a:prstGeom prst="rect">
            <a:avLst/>
          </a:prstGeom>
          <a:solidFill>
            <a:srgbClr val="FFD3A5"/>
          </a:solidFill>
          <a:ln w="19050">
            <a:solidFill>
              <a:srgbClr val="C56A12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ArrayList&lt;Task&gt; tasks</a:t>
            </a:r>
            <a:endParaRPr lang="en-US" sz="20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14EBAB5-0A02-8C10-BED9-BCE71EDC9205}"/>
              </a:ext>
            </a:extLst>
          </p:cNvPr>
          <p:cNvSpPr/>
          <p:nvPr/>
        </p:nvSpPr>
        <p:spPr>
          <a:xfrm>
            <a:off x="2398776" y="3360420"/>
            <a:ext cx="1508760" cy="530352"/>
          </a:xfrm>
          <a:prstGeom prst="rect">
            <a:avLst/>
          </a:prstGeom>
          <a:solidFill>
            <a:srgbClr val="C7E4FF"/>
          </a:solidFill>
          <a:ln w="19050">
            <a:solidFill>
              <a:srgbClr val="1D6DA8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A</a:t>
            </a:r>
            <a:endParaRPr lang="en-US" sz="19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8995D998-7353-EDDF-AA9F-F909AEE8B406}"/>
              </a:ext>
            </a:extLst>
          </p:cNvPr>
          <p:cNvSpPr/>
          <p:nvPr/>
        </p:nvSpPr>
        <p:spPr>
          <a:xfrm>
            <a:off x="4776216" y="3360420"/>
            <a:ext cx="1508760" cy="530352"/>
          </a:xfrm>
          <a:prstGeom prst="rect">
            <a:avLst/>
          </a:prstGeom>
          <a:solidFill>
            <a:srgbClr val="C7E4FF"/>
          </a:solidFill>
          <a:ln w="19050">
            <a:solidFill>
              <a:srgbClr val="1D6DA8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B</a:t>
            </a:r>
            <a:endParaRPr lang="en-US" sz="19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EAF75F9-A00B-4D8B-737F-E62891FC527B}"/>
              </a:ext>
            </a:extLst>
          </p:cNvPr>
          <p:cNvSpPr/>
          <p:nvPr/>
        </p:nvSpPr>
        <p:spPr>
          <a:xfrm>
            <a:off x="7153656" y="3360420"/>
            <a:ext cx="1508760" cy="530352"/>
          </a:xfrm>
          <a:prstGeom prst="rect">
            <a:avLst/>
          </a:prstGeom>
          <a:solidFill>
            <a:srgbClr val="C7E4FF"/>
          </a:solidFill>
          <a:ln w="19050">
            <a:solidFill>
              <a:srgbClr val="1D6DA8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C</a:t>
            </a:r>
            <a:endParaRPr lang="en-US" sz="19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480D2384-4CD6-B4EB-214A-3BD657C562C7}"/>
              </a:ext>
            </a:extLst>
          </p:cNvPr>
          <p:cNvSpPr/>
          <p:nvPr/>
        </p:nvSpPr>
        <p:spPr>
          <a:xfrm>
            <a:off x="2124456" y="4978908"/>
            <a:ext cx="2011680" cy="621792"/>
          </a:xfrm>
          <a:prstGeom prst="rect">
            <a:avLst/>
          </a:prstGeom>
          <a:solidFill>
            <a:srgbClr val="FFD1E1"/>
          </a:solidFill>
          <a:ln w="19050">
            <a:solidFill>
              <a:srgbClr val="C84361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title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"Read chapter"</a:t>
            </a:r>
            <a:endParaRPr lang="en-US" sz="17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F15B822-C943-786F-0EC5-3E8DE4E5880B}"/>
              </a:ext>
            </a:extLst>
          </p:cNvPr>
          <p:cNvSpPr/>
          <p:nvPr/>
        </p:nvSpPr>
        <p:spPr>
          <a:xfrm>
            <a:off x="4501896" y="4978908"/>
            <a:ext cx="2011680" cy="621792"/>
          </a:xfrm>
          <a:prstGeom prst="rect">
            <a:avLst/>
          </a:prstGeom>
          <a:solidFill>
            <a:srgbClr val="FFD1E1"/>
          </a:solidFill>
          <a:ln w="19050">
            <a:solidFill>
              <a:srgbClr val="C84361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title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"Write code"</a:t>
            </a:r>
            <a:endParaRPr lang="en-US" sz="17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582A3669-C990-255F-628B-F48AEECAB3AF}"/>
              </a:ext>
            </a:extLst>
          </p:cNvPr>
          <p:cNvSpPr/>
          <p:nvPr/>
        </p:nvSpPr>
        <p:spPr>
          <a:xfrm>
            <a:off x="6879336" y="4978908"/>
            <a:ext cx="2011680" cy="621792"/>
          </a:xfrm>
          <a:prstGeom prst="rect">
            <a:avLst/>
          </a:prstGeom>
          <a:solidFill>
            <a:srgbClr val="FFD1E1"/>
          </a:solidFill>
          <a:ln w="19050">
            <a:solidFill>
              <a:srgbClr val="C84361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title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"Study for quiz"</a:t>
            </a:r>
            <a:endParaRPr lang="en-US" sz="17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1B4D678A-C3AF-EA4B-4DD6-79D9F5B97541}"/>
              </a:ext>
            </a:extLst>
          </p:cNvPr>
          <p:cNvSpPr/>
          <p:nvPr/>
        </p:nvSpPr>
        <p:spPr>
          <a:xfrm>
            <a:off x="5599176" y="5893308"/>
            <a:ext cx="1691640" cy="502920"/>
          </a:xfrm>
          <a:prstGeom prst="rect">
            <a:avLst/>
          </a:prstGeom>
          <a:solidFill>
            <a:srgbClr val="DAC8FF"/>
          </a:solidFill>
          <a:ln w="19050">
            <a:solidFill>
              <a:srgbClr val="6B4CBF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SharedTag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"important"</a:t>
            </a:r>
            <a:endParaRPr lang="en-US" sz="165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F2807C6A-7568-645B-B5CE-8249B74B0C73}"/>
              </a:ext>
            </a:extLst>
          </p:cNvPr>
          <p:cNvSpPr/>
          <p:nvPr/>
        </p:nvSpPr>
        <p:spPr>
          <a:xfrm>
            <a:off x="9622536" y="3451860"/>
            <a:ext cx="1143000" cy="475488"/>
          </a:xfrm>
          <a:prstGeom prst="rect">
            <a:avLst/>
          </a:prstGeom>
          <a:solidFill>
            <a:srgbClr val="BDEEE9"/>
          </a:solidFill>
          <a:ln w="19050">
            <a:solidFill>
              <a:srgbClr val="16867E"/>
            </a:solidFill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Helper</a:t>
            </a:r>
            <a:endParaRPr lang="en-US" sz="18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C573193-C114-A747-200E-35715CE33E7E}"/>
              </a:ext>
            </a:extLst>
          </p:cNvPr>
          <p:cNvSpPr/>
          <p:nvPr/>
        </p:nvSpPr>
        <p:spPr>
          <a:xfrm>
            <a:off x="731520" y="6547104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follows references from the root object during serialization.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38764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321D7475-956F-DDAD-F769-13BB6393850E}"/>
              </a:ext>
            </a:extLst>
          </p:cNvPr>
          <p:cNvSpPr/>
          <p:nvPr/>
        </p:nvSpPr>
        <p:spPr>
          <a:xfrm>
            <a:off x="1188720" y="2212848"/>
            <a:ext cx="100584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776647-ABC8-7152-AA8D-D88A4C0206F1}"/>
              </a:ext>
            </a:extLst>
          </p:cNvPr>
          <p:cNvSpPr/>
          <p:nvPr/>
        </p:nvSpPr>
        <p:spPr>
          <a:xfrm>
            <a:off x="1225296" y="193852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/ type / drag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2D925A-1E13-D7A1-3B00-B41DAF1F1598}"/>
              </a:ext>
            </a:extLst>
          </p:cNvPr>
          <p:cNvSpPr/>
          <p:nvPr/>
        </p:nvSpPr>
        <p:spPr>
          <a:xfrm>
            <a:off x="1188720" y="2633472"/>
            <a:ext cx="100584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0D1DDD-D053-44A1-B099-CCE3CE396017}"/>
              </a:ext>
            </a:extLst>
          </p:cNvPr>
          <p:cNvSpPr/>
          <p:nvPr/>
        </p:nvSpPr>
        <p:spPr>
          <a:xfrm>
            <a:off x="1225296" y="276148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display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5344F70-0DA0-C460-5230-D3778BDAD6CB}"/>
              </a:ext>
            </a:extLst>
          </p:cNvPr>
          <p:cNvSpPr/>
          <p:nvPr/>
        </p:nvSpPr>
        <p:spPr>
          <a:xfrm>
            <a:off x="4343400" y="2286000"/>
            <a:ext cx="73152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3CF9B3B-064B-CBDD-348A-E66ECEC8A083}"/>
              </a:ext>
            </a:extLst>
          </p:cNvPr>
          <p:cNvSpPr/>
          <p:nvPr/>
        </p:nvSpPr>
        <p:spPr>
          <a:xfrm>
            <a:off x="4462272" y="20025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7C369EE-77A1-7DA9-5A0C-0049B14F4216}"/>
              </a:ext>
            </a:extLst>
          </p:cNvPr>
          <p:cNvSpPr/>
          <p:nvPr/>
        </p:nvSpPr>
        <p:spPr>
          <a:xfrm>
            <a:off x="7223760" y="2286000"/>
            <a:ext cx="73152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C4A781-53BB-B016-91C8-BEC534EA5806}"/>
              </a:ext>
            </a:extLst>
          </p:cNvPr>
          <p:cNvSpPr/>
          <p:nvPr/>
        </p:nvSpPr>
        <p:spPr>
          <a:xfrm>
            <a:off x="7223459" y="1874520"/>
            <a:ext cx="75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7875B0-DF83-5E7D-9130-7B8FBCC4C68B}"/>
              </a:ext>
            </a:extLst>
          </p:cNvPr>
          <p:cNvSpPr/>
          <p:nvPr/>
        </p:nvSpPr>
        <p:spPr>
          <a:xfrm>
            <a:off x="9189720" y="3447288"/>
            <a:ext cx="0" cy="676656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46B1F7F-B067-EF2D-B899-F4DAEFA1737A}"/>
              </a:ext>
            </a:extLst>
          </p:cNvPr>
          <p:cNvSpPr/>
          <p:nvPr/>
        </p:nvSpPr>
        <p:spPr>
          <a:xfrm>
            <a:off x="3268980" y="4123944"/>
            <a:ext cx="5920740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F8E6AAC-19D5-4D8E-1CB5-3ADE8EF4F94A}"/>
              </a:ext>
            </a:extLst>
          </p:cNvPr>
          <p:cNvSpPr/>
          <p:nvPr/>
        </p:nvSpPr>
        <p:spPr>
          <a:xfrm>
            <a:off x="3268980" y="3447288"/>
            <a:ext cx="0" cy="676656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88CA6F2-81E2-43CA-C7FE-889B12DC746E}"/>
              </a:ext>
            </a:extLst>
          </p:cNvPr>
          <p:cNvSpPr/>
          <p:nvPr/>
        </p:nvSpPr>
        <p:spPr>
          <a:xfrm>
            <a:off x="4983480" y="38587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change / refresh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66B3088-A46E-A51F-E1A9-43F98C77F3B3}"/>
              </a:ext>
            </a:extLst>
          </p:cNvPr>
          <p:cNvSpPr/>
          <p:nvPr/>
        </p:nvSpPr>
        <p:spPr>
          <a:xfrm>
            <a:off x="411480" y="1993392"/>
            <a:ext cx="777240" cy="10058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D53EAF9-86ED-951B-8FE4-25AD9F28FDAB}"/>
              </a:ext>
            </a:extLst>
          </p:cNvPr>
          <p:cNvSpPr/>
          <p:nvPr/>
        </p:nvSpPr>
        <p:spPr>
          <a:xfrm>
            <a:off x="694944" y="2157984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6AD3AF6-24F8-A524-9723-930EFD5DD700}"/>
              </a:ext>
            </a:extLst>
          </p:cNvPr>
          <p:cNvSpPr/>
          <p:nvPr/>
        </p:nvSpPr>
        <p:spPr>
          <a:xfrm>
            <a:off x="612648" y="2404872"/>
            <a:ext cx="374904" cy="246888"/>
          </a:xfrm>
          <a:prstGeom prst="roundRect">
            <a:avLst>
              <a:gd name="adj" fmla="val 2963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9B70DE4-AC4F-FF47-23EE-E5D851ECCA20}"/>
              </a:ext>
            </a:extLst>
          </p:cNvPr>
          <p:cNvSpPr/>
          <p:nvPr/>
        </p:nvSpPr>
        <p:spPr>
          <a:xfrm>
            <a:off x="448056" y="2706624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D6B9231-F6FA-ADF8-C6C3-886E0B65DC0F}"/>
              </a:ext>
            </a:extLst>
          </p:cNvPr>
          <p:cNvSpPr/>
          <p:nvPr/>
        </p:nvSpPr>
        <p:spPr>
          <a:xfrm>
            <a:off x="2194560" y="1481328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D900B5D-F467-CF34-14C1-C99E3EDAB816}"/>
              </a:ext>
            </a:extLst>
          </p:cNvPr>
          <p:cNvSpPr/>
          <p:nvPr/>
        </p:nvSpPr>
        <p:spPr>
          <a:xfrm>
            <a:off x="233172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</a:t>
            </a:r>
            <a:endParaRPr lang="en-US" sz="2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787893C-ABFB-A25D-41B5-9F9B1951B028}"/>
              </a:ext>
            </a:extLst>
          </p:cNvPr>
          <p:cNvSpPr/>
          <p:nvPr/>
        </p:nvSpPr>
        <p:spPr>
          <a:xfrm>
            <a:off x="2423159" y="2194560"/>
            <a:ext cx="1929083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Displays the UI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Shows current state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Captures user gestures</a:t>
            </a:r>
            <a:endParaRPr lang="en-US" sz="15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668ACA-43CD-70C4-CE82-A0B5C6E0B1B4}"/>
              </a:ext>
            </a:extLst>
          </p:cNvPr>
          <p:cNvSpPr/>
          <p:nvPr/>
        </p:nvSpPr>
        <p:spPr>
          <a:xfrm>
            <a:off x="5074920" y="1481328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5F5A08-9B1B-73EB-123E-44A1DB9B53A9}"/>
              </a:ext>
            </a:extLst>
          </p:cNvPr>
          <p:cNvSpPr/>
          <p:nvPr/>
        </p:nvSpPr>
        <p:spPr>
          <a:xfrm>
            <a:off x="5212080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</a:t>
            </a:r>
            <a:endParaRPr lang="en-US" sz="2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73BBCD5-4763-F1BA-C1EB-7E4533A50A0E}"/>
              </a:ext>
            </a:extLst>
          </p:cNvPr>
          <p:cNvSpPr/>
          <p:nvPr/>
        </p:nvSpPr>
        <p:spPr>
          <a:xfrm>
            <a:off x="5303519" y="2194560"/>
            <a:ext cx="1919939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Handles events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Interprets user actions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Calls model operations</a:t>
            </a:r>
            <a:endParaRPr lang="en-US" sz="15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3CDF51F-7433-55E7-58FA-26B15603CF2F}"/>
              </a:ext>
            </a:extLst>
          </p:cNvPr>
          <p:cNvSpPr/>
          <p:nvPr/>
        </p:nvSpPr>
        <p:spPr>
          <a:xfrm>
            <a:off x="7955280" y="1481328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0FCF29E-F0CE-5286-41D5-92B85A329D4A}"/>
              </a:ext>
            </a:extLst>
          </p:cNvPr>
          <p:cNvSpPr/>
          <p:nvPr/>
        </p:nvSpPr>
        <p:spPr>
          <a:xfrm>
            <a:off x="80924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</a:t>
            </a:r>
            <a:endParaRPr lang="en-US" sz="2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20B2B8B-B2E3-D754-6BC7-BF0925F6E606}"/>
              </a:ext>
            </a:extLst>
          </p:cNvPr>
          <p:cNvSpPr/>
          <p:nvPr/>
        </p:nvSpPr>
        <p:spPr>
          <a:xfrm>
            <a:off x="8183879" y="2194560"/>
            <a:ext cx="2194553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Stores application state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Implements rules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Notifies when state changes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1364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970</Words>
  <Application>Microsoft Macintosh PowerPoint</Application>
  <PresentationFormat>Widescreen</PresentationFormat>
  <Paragraphs>399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Liting Zhang</dc:creator>
  <cp:lastModifiedBy>Liting Zhang</cp:lastModifiedBy>
  <cp:revision>63</cp:revision>
  <dcterms:created xsi:type="dcterms:W3CDTF">2026-04-04T15:02:14Z</dcterms:created>
  <dcterms:modified xsi:type="dcterms:W3CDTF">2026-09-18T02:26:33Z</dcterms:modified>
</cp:coreProperties>
</file>